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20"/>
  </p:notesMasterIdLst>
  <p:sldIdLst>
    <p:sldId id="257" r:id="rId3"/>
    <p:sldId id="260" r:id="rId4"/>
    <p:sldId id="266" r:id="rId5"/>
    <p:sldId id="301" r:id="rId6"/>
    <p:sldId id="267" r:id="rId7"/>
    <p:sldId id="262" r:id="rId8"/>
    <p:sldId id="271" r:id="rId9"/>
    <p:sldId id="276" r:id="rId10"/>
    <p:sldId id="277" r:id="rId11"/>
    <p:sldId id="300" r:id="rId12"/>
    <p:sldId id="284" r:id="rId13"/>
    <p:sldId id="298" r:id="rId14"/>
    <p:sldId id="299" r:id="rId15"/>
    <p:sldId id="295" r:id="rId16"/>
    <p:sldId id="292" r:id="rId17"/>
    <p:sldId id="288" r:id="rId18"/>
    <p:sldId id="297"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48" d="100"/>
          <a:sy n="48" d="100"/>
        </p:scale>
        <p:origin x="67" y="7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1CC1CA-036F-4E84-BCE9-15FA0FEE529A}" type="datetimeFigureOut">
              <a:rPr lang="zh-CN" altLang="en-US" smtClean="0"/>
              <a:t>2026/5/13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B36CD8-E8E2-441F-9EBA-F7D27A2CC838}" type="slidenum">
              <a:rPr lang="zh-CN" altLang="en-US" smtClean="0"/>
              <a:t>‹#›</a:t>
            </a:fld>
            <a:endParaRPr lang="zh-CN" altLang="en-US"/>
          </a:p>
        </p:txBody>
      </p:sp>
    </p:spTree>
    <p:extLst>
      <p:ext uri="{BB962C8B-B14F-4D97-AF65-F5344CB8AC3E}">
        <p14:creationId xmlns:p14="http://schemas.microsoft.com/office/powerpoint/2010/main" val="262944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亮亮图文旗舰店</a:t>
            </a:r>
          </a:p>
          <a:p>
            <a:r>
              <a:rPr lang="en-US" altLang="zh-CN" dirty="0"/>
              <a:t>https://liangliangtuwen.tmall.com</a:t>
            </a:r>
          </a:p>
        </p:txBody>
      </p:sp>
      <p:sp>
        <p:nvSpPr>
          <p:cNvPr id="4" name="灯片编号占位符 3"/>
          <p:cNvSpPr>
            <a:spLocks noGrp="1"/>
          </p:cNvSpPr>
          <p:nvPr>
            <p:ph type="sldNum" sz="quarter" idx="10"/>
          </p:nvPr>
        </p:nvSpPr>
        <p:spPr/>
        <p:txBody>
          <a:bodyPr/>
          <a:lstStyle/>
          <a:p>
            <a:fld id="{530638E9-0F18-4D5D-A320-5B9FAC67D5E9}" type="slidenum">
              <a:rPr lang="zh-CN" altLang="en-US" smtClean="0"/>
              <a:pPr/>
              <a:t>1</a:t>
            </a:fld>
            <a:endParaRPr lang="zh-CN" altLang="en-US"/>
          </a:p>
        </p:txBody>
      </p:sp>
    </p:spTree>
    <p:extLst>
      <p:ext uri="{BB962C8B-B14F-4D97-AF65-F5344CB8AC3E}">
        <p14:creationId xmlns:p14="http://schemas.microsoft.com/office/powerpoint/2010/main" val="5339562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pPr/>
              <a:t>2</a:t>
            </a:fld>
            <a:endParaRPr lang="zh-CN" altLang="en-US"/>
          </a:p>
        </p:txBody>
      </p:sp>
    </p:spTree>
    <p:extLst>
      <p:ext uri="{BB962C8B-B14F-4D97-AF65-F5344CB8AC3E}">
        <p14:creationId xmlns:p14="http://schemas.microsoft.com/office/powerpoint/2010/main" val="3814020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30638E9-0F18-4D5D-A320-5B9FAC67D5E9}"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2049399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BF7D9F-F0B2-497E-BF7B-2B7E255A8C98}" type="slidenum">
              <a:rPr lang="zh-CN" altLang="en-US" smtClean="0"/>
              <a:pPr/>
              <a:t>4</a:t>
            </a:fld>
            <a:endParaRPr lang="zh-CN" altLang="en-US"/>
          </a:p>
        </p:txBody>
      </p:sp>
    </p:spTree>
    <p:extLst>
      <p:ext uri="{BB962C8B-B14F-4D97-AF65-F5344CB8AC3E}">
        <p14:creationId xmlns:p14="http://schemas.microsoft.com/office/powerpoint/2010/main" val="28217140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30638E9-0F18-4D5D-A320-5B9FAC67D5E9}" type="slidenum">
              <a:rPr lang="zh-CN" altLang="en-US" smtClean="0"/>
              <a:pPr/>
              <a:t>5</a:t>
            </a:fld>
            <a:endParaRPr lang="zh-CN" altLang="en-US"/>
          </a:p>
        </p:txBody>
      </p:sp>
    </p:spTree>
    <p:extLst>
      <p:ext uri="{BB962C8B-B14F-4D97-AF65-F5344CB8AC3E}">
        <p14:creationId xmlns:p14="http://schemas.microsoft.com/office/powerpoint/2010/main" val="40626211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pPr/>
              <a:t>6</a:t>
            </a:fld>
            <a:endParaRPr lang="zh-CN" altLang="en-US"/>
          </a:p>
        </p:txBody>
      </p:sp>
    </p:spTree>
    <p:extLst>
      <p:ext uri="{BB962C8B-B14F-4D97-AF65-F5344CB8AC3E}">
        <p14:creationId xmlns:p14="http://schemas.microsoft.com/office/powerpoint/2010/main" val="6956626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pPr/>
              <a:t>7</a:t>
            </a:fld>
            <a:endParaRPr lang="zh-CN" altLang="en-US"/>
          </a:p>
        </p:txBody>
      </p:sp>
    </p:spTree>
    <p:extLst>
      <p:ext uri="{BB962C8B-B14F-4D97-AF65-F5344CB8AC3E}">
        <p14:creationId xmlns:p14="http://schemas.microsoft.com/office/powerpoint/2010/main" val="36641818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30638E9-0F18-4D5D-A320-5B9FAC67D5E9}" type="slidenum">
              <a:rPr lang="zh-CN" altLang="en-US" smtClean="0"/>
              <a:pPr/>
              <a:t>8</a:t>
            </a:fld>
            <a:endParaRPr lang="zh-CN" altLang="en-US"/>
          </a:p>
        </p:txBody>
      </p:sp>
    </p:spTree>
    <p:extLst>
      <p:ext uri="{BB962C8B-B14F-4D97-AF65-F5344CB8AC3E}">
        <p14:creationId xmlns:p14="http://schemas.microsoft.com/office/powerpoint/2010/main" val="20809161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BF7D9F-F0B2-497E-BF7B-2B7E255A8C98}" type="slidenum">
              <a:rPr lang="zh-CN" altLang="en-US" smtClean="0"/>
              <a:pPr/>
              <a:t>9</a:t>
            </a:fld>
            <a:endParaRPr lang="zh-CN" altLang="en-US"/>
          </a:p>
        </p:txBody>
      </p:sp>
    </p:spTree>
    <p:extLst>
      <p:ext uri="{BB962C8B-B14F-4D97-AF65-F5344CB8AC3E}">
        <p14:creationId xmlns:p14="http://schemas.microsoft.com/office/powerpoint/2010/main" val="22955633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BF7D9F-F0B2-497E-BF7B-2B7E255A8C98}" type="slidenum">
              <a:rPr lang="zh-CN" altLang="en-US" smtClean="0"/>
              <a:pPr/>
              <a:t>10</a:t>
            </a:fld>
            <a:endParaRPr lang="zh-CN" altLang="en-US"/>
          </a:p>
        </p:txBody>
      </p:sp>
    </p:spTree>
    <p:extLst>
      <p:ext uri="{BB962C8B-B14F-4D97-AF65-F5344CB8AC3E}">
        <p14:creationId xmlns:p14="http://schemas.microsoft.com/office/powerpoint/2010/main" val="28217140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30638E9-0F18-4D5D-A320-5B9FAC67D5E9}" type="slidenum">
              <a:rPr lang="zh-CN" altLang="en-US" smtClean="0"/>
              <a:pPr/>
              <a:t>11</a:t>
            </a:fld>
            <a:endParaRPr lang="zh-CN" altLang="en-US"/>
          </a:p>
        </p:txBody>
      </p:sp>
    </p:spTree>
    <p:extLst>
      <p:ext uri="{BB962C8B-B14F-4D97-AF65-F5344CB8AC3E}">
        <p14:creationId xmlns:p14="http://schemas.microsoft.com/office/powerpoint/2010/main" val="12760697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BF7D9F-F0B2-497E-BF7B-2B7E255A8C98}" type="slidenum">
              <a:rPr lang="zh-CN" altLang="en-US" smtClean="0"/>
              <a:pPr/>
              <a:t>12</a:t>
            </a:fld>
            <a:endParaRPr lang="zh-CN" altLang="en-US"/>
          </a:p>
        </p:txBody>
      </p:sp>
    </p:spTree>
    <p:extLst>
      <p:ext uri="{BB962C8B-B14F-4D97-AF65-F5344CB8AC3E}">
        <p14:creationId xmlns:p14="http://schemas.microsoft.com/office/powerpoint/2010/main" val="28217140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BF7D9F-F0B2-497E-BF7B-2B7E255A8C98}" type="slidenum">
              <a:rPr lang="zh-CN" altLang="en-US" smtClean="0"/>
              <a:pPr/>
              <a:t>13</a:t>
            </a:fld>
            <a:endParaRPr lang="zh-CN" altLang="en-US"/>
          </a:p>
        </p:txBody>
      </p:sp>
    </p:spTree>
    <p:extLst>
      <p:ext uri="{BB962C8B-B14F-4D97-AF65-F5344CB8AC3E}">
        <p14:creationId xmlns:p14="http://schemas.microsoft.com/office/powerpoint/2010/main" val="28217140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30638E9-0F18-4D5D-A320-5B9FAC67D5E9}" type="slidenum">
              <a:rPr lang="zh-CN" altLang="en-US" smtClean="0"/>
              <a:pPr/>
              <a:t>14</a:t>
            </a:fld>
            <a:endParaRPr lang="zh-CN" altLang="en-US"/>
          </a:p>
        </p:txBody>
      </p:sp>
    </p:spTree>
    <p:extLst>
      <p:ext uri="{BB962C8B-B14F-4D97-AF65-F5344CB8AC3E}">
        <p14:creationId xmlns:p14="http://schemas.microsoft.com/office/powerpoint/2010/main" val="13084388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pPr/>
              <a:t>15</a:t>
            </a:fld>
            <a:endParaRPr lang="zh-CN" altLang="en-US"/>
          </a:p>
        </p:txBody>
      </p:sp>
    </p:spTree>
    <p:extLst>
      <p:ext uri="{BB962C8B-B14F-4D97-AF65-F5344CB8AC3E}">
        <p14:creationId xmlns:p14="http://schemas.microsoft.com/office/powerpoint/2010/main" val="15638456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BF7D9F-F0B2-497E-BF7B-2B7E255A8C98}" type="slidenum">
              <a:rPr lang="zh-CN" altLang="en-US" smtClean="0"/>
              <a:pPr/>
              <a:t>16</a:t>
            </a:fld>
            <a:endParaRPr lang="zh-CN" altLang="en-US"/>
          </a:p>
        </p:txBody>
      </p:sp>
    </p:spTree>
    <p:extLst>
      <p:ext uri="{BB962C8B-B14F-4D97-AF65-F5344CB8AC3E}">
        <p14:creationId xmlns:p14="http://schemas.microsoft.com/office/powerpoint/2010/main" val="28217140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亮亮图文旗舰店</a:t>
            </a:r>
          </a:p>
          <a:p>
            <a:r>
              <a:rPr lang="en-US" altLang="zh-CN"/>
              <a:t>https://liangliangtuwen.tmall.com</a:t>
            </a:r>
          </a:p>
          <a:p>
            <a:endParaRPr lang="zh-CN" altLang="en-US"/>
          </a:p>
        </p:txBody>
      </p:sp>
      <p:sp>
        <p:nvSpPr>
          <p:cNvPr id="4" name="灯片编号占位符 3"/>
          <p:cNvSpPr>
            <a:spLocks noGrp="1"/>
          </p:cNvSpPr>
          <p:nvPr>
            <p:ph type="sldNum" sz="quarter" idx="10"/>
          </p:nvPr>
        </p:nvSpPr>
        <p:spPr/>
        <p:txBody>
          <a:bodyPr/>
          <a:lstStyle/>
          <a:p>
            <a:fld id="{530638E9-0F18-4D5D-A320-5B9FAC67D5E9}" type="slidenum">
              <a:rPr lang="zh-CN" altLang="en-US" smtClean="0"/>
              <a:pPr/>
              <a:t>17</a:t>
            </a:fld>
            <a:endParaRPr lang="zh-CN" altLang="en-US"/>
          </a:p>
        </p:txBody>
      </p:sp>
    </p:spTree>
    <p:extLst>
      <p:ext uri="{BB962C8B-B14F-4D97-AF65-F5344CB8AC3E}">
        <p14:creationId xmlns:p14="http://schemas.microsoft.com/office/powerpoint/2010/main" val="18123919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92B071-D096-87DE-2032-4B6DF8776B73}"/>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34F6F5D-5C69-0B05-D33C-BA8CA71487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6EA45E24-8E83-135F-57CB-5F9B53789A67}"/>
              </a:ext>
            </a:extLst>
          </p:cNvPr>
          <p:cNvSpPr>
            <a:spLocks noGrp="1"/>
          </p:cNvSpPr>
          <p:nvPr>
            <p:ph type="dt" sz="half" idx="10"/>
          </p:nvPr>
        </p:nvSpPr>
        <p:spPr/>
        <p:txBody>
          <a:bodyPr/>
          <a:lstStyle/>
          <a:p>
            <a:fld id="{4675816F-D889-4EBB-A72A-199BF2F89077}" type="datetimeFigureOut">
              <a:rPr lang="zh-CN" altLang="en-US" smtClean="0"/>
              <a:t>2026/5/13</a:t>
            </a:fld>
            <a:endParaRPr lang="zh-CN" altLang="en-US"/>
          </a:p>
        </p:txBody>
      </p:sp>
      <p:sp>
        <p:nvSpPr>
          <p:cNvPr id="5" name="页脚占位符 4">
            <a:extLst>
              <a:ext uri="{FF2B5EF4-FFF2-40B4-BE49-F238E27FC236}">
                <a16:creationId xmlns:a16="http://schemas.microsoft.com/office/drawing/2014/main" id="{034A0C66-396C-09D9-5519-721B105A813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C939B2A-0411-5327-7FC3-5046E39D9898}"/>
              </a:ext>
            </a:extLst>
          </p:cNvPr>
          <p:cNvSpPr>
            <a:spLocks noGrp="1"/>
          </p:cNvSpPr>
          <p:nvPr>
            <p:ph type="sldNum" sz="quarter" idx="12"/>
          </p:nvPr>
        </p:nvSpPr>
        <p:spPr/>
        <p:txBody>
          <a:bodyPr/>
          <a:lstStyle/>
          <a:p>
            <a:fld id="{B054D9E2-B7D1-4CB6-B3CB-97C4FF199B37}" type="slidenum">
              <a:rPr lang="zh-CN" altLang="en-US" smtClean="0"/>
              <a:t>‹#›</a:t>
            </a:fld>
            <a:endParaRPr lang="zh-CN" altLang="en-US"/>
          </a:p>
        </p:txBody>
      </p:sp>
    </p:spTree>
    <p:extLst>
      <p:ext uri="{BB962C8B-B14F-4D97-AF65-F5344CB8AC3E}">
        <p14:creationId xmlns:p14="http://schemas.microsoft.com/office/powerpoint/2010/main" val="750172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B5599D-AE49-F042-E61A-61B295D379D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1CFB845-BBAE-73AA-C299-25A68DD30EF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191C80C-DB3B-41EF-72EF-B3C2DC69CA2F}"/>
              </a:ext>
            </a:extLst>
          </p:cNvPr>
          <p:cNvSpPr>
            <a:spLocks noGrp="1"/>
          </p:cNvSpPr>
          <p:nvPr>
            <p:ph type="dt" sz="half" idx="10"/>
          </p:nvPr>
        </p:nvSpPr>
        <p:spPr/>
        <p:txBody>
          <a:bodyPr/>
          <a:lstStyle/>
          <a:p>
            <a:fld id="{4675816F-D889-4EBB-A72A-199BF2F89077}" type="datetimeFigureOut">
              <a:rPr lang="zh-CN" altLang="en-US" smtClean="0"/>
              <a:t>2026/5/13</a:t>
            </a:fld>
            <a:endParaRPr lang="zh-CN" altLang="en-US"/>
          </a:p>
        </p:txBody>
      </p:sp>
      <p:sp>
        <p:nvSpPr>
          <p:cNvPr id="5" name="页脚占位符 4">
            <a:extLst>
              <a:ext uri="{FF2B5EF4-FFF2-40B4-BE49-F238E27FC236}">
                <a16:creationId xmlns:a16="http://schemas.microsoft.com/office/drawing/2014/main" id="{BB619CF8-B910-0E41-EF12-FC277902432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6CDADA6-A84B-3551-94B1-840604DA0F24}"/>
              </a:ext>
            </a:extLst>
          </p:cNvPr>
          <p:cNvSpPr>
            <a:spLocks noGrp="1"/>
          </p:cNvSpPr>
          <p:nvPr>
            <p:ph type="sldNum" sz="quarter" idx="12"/>
          </p:nvPr>
        </p:nvSpPr>
        <p:spPr/>
        <p:txBody>
          <a:bodyPr/>
          <a:lstStyle/>
          <a:p>
            <a:fld id="{B054D9E2-B7D1-4CB6-B3CB-97C4FF199B37}" type="slidenum">
              <a:rPr lang="zh-CN" altLang="en-US" smtClean="0"/>
              <a:t>‹#›</a:t>
            </a:fld>
            <a:endParaRPr lang="zh-CN" altLang="en-US"/>
          </a:p>
        </p:txBody>
      </p:sp>
    </p:spTree>
    <p:extLst>
      <p:ext uri="{BB962C8B-B14F-4D97-AF65-F5344CB8AC3E}">
        <p14:creationId xmlns:p14="http://schemas.microsoft.com/office/powerpoint/2010/main" val="18581102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CB17E3-C62D-A395-35A6-8503C2EF2E8D}"/>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03866DE-B7BD-ECBC-B1AC-D01B4309067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DABD602F-25A4-61A8-464E-0EFB10D02841}"/>
              </a:ext>
            </a:extLst>
          </p:cNvPr>
          <p:cNvSpPr>
            <a:spLocks noGrp="1"/>
          </p:cNvSpPr>
          <p:nvPr>
            <p:ph type="dt" sz="half" idx="10"/>
          </p:nvPr>
        </p:nvSpPr>
        <p:spPr/>
        <p:txBody>
          <a:bodyPr/>
          <a:lstStyle/>
          <a:p>
            <a:fld id="{4675816F-D889-4EBB-A72A-199BF2F89077}" type="datetimeFigureOut">
              <a:rPr lang="zh-CN" altLang="en-US" smtClean="0"/>
              <a:t>2026/5/13</a:t>
            </a:fld>
            <a:endParaRPr lang="zh-CN" altLang="en-US"/>
          </a:p>
        </p:txBody>
      </p:sp>
      <p:sp>
        <p:nvSpPr>
          <p:cNvPr id="5" name="页脚占位符 4">
            <a:extLst>
              <a:ext uri="{FF2B5EF4-FFF2-40B4-BE49-F238E27FC236}">
                <a16:creationId xmlns:a16="http://schemas.microsoft.com/office/drawing/2014/main" id="{8B13EBD2-D779-F3CE-48B3-AE0879FE0C0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159CE6A-CEFB-1EB4-2E7B-A6177FFE514B}"/>
              </a:ext>
            </a:extLst>
          </p:cNvPr>
          <p:cNvSpPr>
            <a:spLocks noGrp="1"/>
          </p:cNvSpPr>
          <p:nvPr>
            <p:ph type="sldNum" sz="quarter" idx="12"/>
          </p:nvPr>
        </p:nvSpPr>
        <p:spPr/>
        <p:txBody>
          <a:bodyPr/>
          <a:lstStyle/>
          <a:p>
            <a:fld id="{B054D9E2-B7D1-4CB6-B3CB-97C4FF199B37}" type="slidenum">
              <a:rPr lang="zh-CN" altLang="en-US" smtClean="0"/>
              <a:t>‹#›</a:t>
            </a:fld>
            <a:endParaRPr lang="zh-CN" altLang="en-US"/>
          </a:p>
        </p:txBody>
      </p:sp>
    </p:spTree>
    <p:extLst>
      <p:ext uri="{BB962C8B-B14F-4D97-AF65-F5344CB8AC3E}">
        <p14:creationId xmlns:p14="http://schemas.microsoft.com/office/powerpoint/2010/main" val="4116731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9292F9-0333-7CEF-3090-C17874BD3B0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DCD853C-C39B-E626-477A-6777925A92E0}"/>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B556073-37E5-F290-F756-99DC58A053B5}"/>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510F0510-1CD9-56DD-C351-3C1EBF785F3F}"/>
              </a:ext>
            </a:extLst>
          </p:cNvPr>
          <p:cNvSpPr>
            <a:spLocks noGrp="1"/>
          </p:cNvSpPr>
          <p:nvPr>
            <p:ph type="dt" sz="half" idx="10"/>
          </p:nvPr>
        </p:nvSpPr>
        <p:spPr/>
        <p:txBody>
          <a:bodyPr/>
          <a:lstStyle/>
          <a:p>
            <a:fld id="{4675816F-D889-4EBB-A72A-199BF2F89077}" type="datetimeFigureOut">
              <a:rPr lang="zh-CN" altLang="en-US" smtClean="0"/>
              <a:t>2026/5/13</a:t>
            </a:fld>
            <a:endParaRPr lang="zh-CN" altLang="en-US"/>
          </a:p>
        </p:txBody>
      </p:sp>
      <p:sp>
        <p:nvSpPr>
          <p:cNvPr id="6" name="页脚占位符 5">
            <a:extLst>
              <a:ext uri="{FF2B5EF4-FFF2-40B4-BE49-F238E27FC236}">
                <a16:creationId xmlns:a16="http://schemas.microsoft.com/office/drawing/2014/main" id="{DEF7B8A1-E1EB-AD76-A1E4-65351C32AEF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C6E7AB9-EB16-69E2-1C1F-052B13274E68}"/>
              </a:ext>
            </a:extLst>
          </p:cNvPr>
          <p:cNvSpPr>
            <a:spLocks noGrp="1"/>
          </p:cNvSpPr>
          <p:nvPr>
            <p:ph type="sldNum" sz="quarter" idx="12"/>
          </p:nvPr>
        </p:nvSpPr>
        <p:spPr/>
        <p:txBody>
          <a:bodyPr/>
          <a:lstStyle/>
          <a:p>
            <a:fld id="{B054D9E2-B7D1-4CB6-B3CB-97C4FF199B37}" type="slidenum">
              <a:rPr lang="zh-CN" altLang="en-US" smtClean="0"/>
              <a:t>‹#›</a:t>
            </a:fld>
            <a:endParaRPr lang="zh-CN" altLang="en-US"/>
          </a:p>
        </p:txBody>
      </p:sp>
    </p:spTree>
    <p:extLst>
      <p:ext uri="{BB962C8B-B14F-4D97-AF65-F5344CB8AC3E}">
        <p14:creationId xmlns:p14="http://schemas.microsoft.com/office/powerpoint/2010/main" val="23626616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244E2F-C9DD-CE11-AEB4-92962409D664}"/>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057180B-AB2A-4BCD-27E1-8071964FE1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E2A3FDC2-C203-424C-EB17-CE4552505E3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CC69656-2E78-2362-4D98-E651A7F798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75A0379-47F4-2676-FE97-08EDCE31408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1606B2D-CB7B-7979-5739-786203911166}"/>
              </a:ext>
            </a:extLst>
          </p:cNvPr>
          <p:cNvSpPr>
            <a:spLocks noGrp="1"/>
          </p:cNvSpPr>
          <p:nvPr>
            <p:ph type="dt" sz="half" idx="10"/>
          </p:nvPr>
        </p:nvSpPr>
        <p:spPr/>
        <p:txBody>
          <a:bodyPr/>
          <a:lstStyle/>
          <a:p>
            <a:fld id="{4675816F-D889-4EBB-A72A-199BF2F89077}" type="datetimeFigureOut">
              <a:rPr lang="zh-CN" altLang="en-US" smtClean="0"/>
              <a:t>2026/5/13</a:t>
            </a:fld>
            <a:endParaRPr lang="zh-CN" altLang="en-US"/>
          </a:p>
        </p:txBody>
      </p:sp>
      <p:sp>
        <p:nvSpPr>
          <p:cNvPr id="8" name="页脚占位符 7">
            <a:extLst>
              <a:ext uri="{FF2B5EF4-FFF2-40B4-BE49-F238E27FC236}">
                <a16:creationId xmlns:a16="http://schemas.microsoft.com/office/drawing/2014/main" id="{4EBA591E-4AE0-CE86-2547-C6E1E85C3C36}"/>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FD98B9B6-0C35-F09B-C150-DE747DDCB97B}"/>
              </a:ext>
            </a:extLst>
          </p:cNvPr>
          <p:cNvSpPr>
            <a:spLocks noGrp="1"/>
          </p:cNvSpPr>
          <p:nvPr>
            <p:ph type="sldNum" sz="quarter" idx="12"/>
          </p:nvPr>
        </p:nvSpPr>
        <p:spPr/>
        <p:txBody>
          <a:bodyPr/>
          <a:lstStyle/>
          <a:p>
            <a:fld id="{B054D9E2-B7D1-4CB6-B3CB-97C4FF199B37}" type="slidenum">
              <a:rPr lang="zh-CN" altLang="en-US" smtClean="0"/>
              <a:t>‹#›</a:t>
            </a:fld>
            <a:endParaRPr lang="zh-CN" altLang="en-US"/>
          </a:p>
        </p:txBody>
      </p:sp>
    </p:spTree>
    <p:extLst>
      <p:ext uri="{BB962C8B-B14F-4D97-AF65-F5344CB8AC3E}">
        <p14:creationId xmlns:p14="http://schemas.microsoft.com/office/powerpoint/2010/main" val="3217388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F56455-7D58-4EB0-B009-BEC178AF8AE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198F621-9D24-1B50-14CE-36A1BD127579}"/>
              </a:ext>
            </a:extLst>
          </p:cNvPr>
          <p:cNvSpPr>
            <a:spLocks noGrp="1"/>
          </p:cNvSpPr>
          <p:nvPr>
            <p:ph type="dt" sz="half" idx="10"/>
          </p:nvPr>
        </p:nvSpPr>
        <p:spPr/>
        <p:txBody>
          <a:bodyPr/>
          <a:lstStyle/>
          <a:p>
            <a:fld id="{4675816F-D889-4EBB-A72A-199BF2F89077}" type="datetimeFigureOut">
              <a:rPr lang="zh-CN" altLang="en-US" smtClean="0"/>
              <a:t>2026/5/13</a:t>
            </a:fld>
            <a:endParaRPr lang="zh-CN" altLang="en-US"/>
          </a:p>
        </p:txBody>
      </p:sp>
      <p:sp>
        <p:nvSpPr>
          <p:cNvPr id="4" name="页脚占位符 3">
            <a:extLst>
              <a:ext uri="{FF2B5EF4-FFF2-40B4-BE49-F238E27FC236}">
                <a16:creationId xmlns:a16="http://schemas.microsoft.com/office/drawing/2014/main" id="{1ED01C43-102F-5AAE-5152-4A59C8F3674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1A10528-F9B8-C53C-A723-0D2D6705208E}"/>
              </a:ext>
            </a:extLst>
          </p:cNvPr>
          <p:cNvSpPr>
            <a:spLocks noGrp="1"/>
          </p:cNvSpPr>
          <p:nvPr>
            <p:ph type="sldNum" sz="quarter" idx="12"/>
          </p:nvPr>
        </p:nvSpPr>
        <p:spPr/>
        <p:txBody>
          <a:bodyPr/>
          <a:lstStyle/>
          <a:p>
            <a:fld id="{B054D9E2-B7D1-4CB6-B3CB-97C4FF199B37}" type="slidenum">
              <a:rPr lang="zh-CN" altLang="en-US" smtClean="0"/>
              <a:t>‹#›</a:t>
            </a:fld>
            <a:endParaRPr lang="zh-CN" altLang="en-US"/>
          </a:p>
        </p:txBody>
      </p:sp>
    </p:spTree>
    <p:extLst>
      <p:ext uri="{BB962C8B-B14F-4D97-AF65-F5344CB8AC3E}">
        <p14:creationId xmlns:p14="http://schemas.microsoft.com/office/powerpoint/2010/main" val="23107803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C858071-4FA2-A869-F928-1C1599892EB1}"/>
              </a:ext>
            </a:extLst>
          </p:cNvPr>
          <p:cNvSpPr>
            <a:spLocks noGrp="1"/>
          </p:cNvSpPr>
          <p:nvPr>
            <p:ph type="dt" sz="half" idx="10"/>
          </p:nvPr>
        </p:nvSpPr>
        <p:spPr/>
        <p:txBody>
          <a:bodyPr/>
          <a:lstStyle/>
          <a:p>
            <a:fld id="{4675816F-D889-4EBB-A72A-199BF2F89077}" type="datetimeFigureOut">
              <a:rPr lang="zh-CN" altLang="en-US" smtClean="0"/>
              <a:t>2026/5/13</a:t>
            </a:fld>
            <a:endParaRPr lang="zh-CN" altLang="en-US"/>
          </a:p>
        </p:txBody>
      </p:sp>
      <p:sp>
        <p:nvSpPr>
          <p:cNvPr id="3" name="页脚占位符 2">
            <a:extLst>
              <a:ext uri="{FF2B5EF4-FFF2-40B4-BE49-F238E27FC236}">
                <a16:creationId xmlns:a16="http://schemas.microsoft.com/office/drawing/2014/main" id="{923A7E10-2086-C7E1-E3A8-7010FA54BCA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9CE751B5-202B-4858-A774-6BF401791741}"/>
              </a:ext>
            </a:extLst>
          </p:cNvPr>
          <p:cNvSpPr>
            <a:spLocks noGrp="1"/>
          </p:cNvSpPr>
          <p:nvPr>
            <p:ph type="sldNum" sz="quarter" idx="12"/>
          </p:nvPr>
        </p:nvSpPr>
        <p:spPr/>
        <p:txBody>
          <a:bodyPr/>
          <a:lstStyle/>
          <a:p>
            <a:fld id="{B054D9E2-B7D1-4CB6-B3CB-97C4FF199B37}" type="slidenum">
              <a:rPr lang="zh-CN" altLang="en-US" smtClean="0"/>
              <a:t>‹#›</a:t>
            </a:fld>
            <a:endParaRPr lang="zh-CN" altLang="en-US"/>
          </a:p>
        </p:txBody>
      </p:sp>
    </p:spTree>
    <p:extLst>
      <p:ext uri="{BB962C8B-B14F-4D97-AF65-F5344CB8AC3E}">
        <p14:creationId xmlns:p14="http://schemas.microsoft.com/office/powerpoint/2010/main" val="9037720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A65770-BBB1-21D1-E7F3-F9D7C559C79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D576A2-0E1D-D96D-62FC-ECF404AA48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3FB62B3-A6CA-BC2A-3931-DB2F9C8C6D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A0FCC67-00E4-F472-D1E9-15EDB2996458}"/>
              </a:ext>
            </a:extLst>
          </p:cNvPr>
          <p:cNvSpPr>
            <a:spLocks noGrp="1"/>
          </p:cNvSpPr>
          <p:nvPr>
            <p:ph type="dt" sz="half" idx="10"/>
          </p:nvPr>
        </p:nvSpPr>
        <p:spPr/>
        <p:txBody>
          <a:bodyPr/>
          <a:lstStyle/>
          <a:p>
            <a:fld id="{4675816F-D889-4EBB-A72A-199BF2F89077}" type="datetimeFigureOut">
              <a:rPr lang="zh-CN" altLang="en-US" smtClean="0"/>
              <a:t>2026/5/13</a:t>
            </a:fld>
            <a:endParaRPr lang="zh-CN" altLang="en-US"/>
          </a:p>
        </p:txBody>
      </p:sp>
      <p:sp>
        <p:nvSpPr>
          <p:cNvPr id="6" name="页脚占位符 5">
            <a:extLst>
              <a:ext uri="{FF2B5EF4-FFF2-40B4-BE49-F238E27FC236}">
                <a16:creationId xmlns:a16="http://schemas.microsoft.com/office/drawing/2014/main" id="{47D97542-2038-6CD6-58E1-AE3EE07D944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46A2A3C-8F5D-7B29-46F8-7E7AE26A345A}"/>
              </a:ext>
            </a:extLst>
          </p:cNvPr>
          <p:cNvSpPr>
            <a:spLocks noGrp="1"/>
          </p:cNvSpPr>
          <p:nvPr>
            <p:ph type="sldNum" sz="quarter" idx="12"/>
          </p:nvPr>
        </p:nvSpPr>
        <p:spPr/>
        <p:txBody>
          <a:bodyPr/>
          <a:lstStyle/>
          <a:p>
            <a:fld id="{B054D9E2-B7D1-4CB6-B3CB-97C4FF199B37}" type="slidenum">
              <a:rPr lang="zh-CN" altLang="en-US" smtClean="0"/>
              <a:t>‹#›</a:t>
            </a:fld>
            <a:endParaRPr lang="zh-CN" altLang="en-US"/>
          </a:p>
        </p:txBody>
      </p:sp>
    </p:spTree>
    <p:extLst>
      <p:ext uri="{BB962C8B-B14F-4D97-AF65-F5344CB8AC3E}">
        <p14:creationId xmlns:p14="http://schemas.microsoft.com/office/powerpoint/2010/main" val="2501881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B5736C-243C-8197-EA48-5CE0C832516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BD49041-9FB1-FC3A-325A-2EAA7B511A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E1C587D-D665-6E85-5DE4-C6C11855C8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7235274-EBED-4053-B75D-262C2F1D9284}"/>
              </a:ext>
            </a:extLst>
          </p:cNvPr>
          <p:cNvSpPr>
            <a:spLocks noGrp="1"/>
          </p:cNvSpPr>
          <p:nvPr>
            <p:ph type="dt" sz="half" idx="10"/>
          </p:nvPr>
        </p:nvSpPr>
        <p:spPr/>
        <p:txBody>
          <a:bodyPr/>
          <a:lstStyle/>
          <a:p>
            <a:fld id="{4675816F-D889-4EBB-A72A-199BF2F89077}" type="datetimeFigureOut">
              <a:rPr lang="zh-CN" altLang="en-US" smtClean="0"/>
              <a:t>2026/5/13</a:t>
            </a:fld>
            <a:endParaRPr lang="zh-CN" altLang="en-US"/>
          </a:p>
        </p:txBody>
      </p:sp>
      <p:sp>
        <p:nvSpPr>
          <p:cNvPr id="6" name="页脚占位符 5">
            <a:extLst>
              <a:ext uri="{FF2B5EF4-FFF2-40B4-BE49-F238E27FC236}">
                <a16:creationId xmlns:a16="http://schemas.microsoft.com/office/drawing/2014/main" id="{71D71F4C-94CF-E9D4-E930-1AB3F49B58C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FB9D3FF-69BA-2B74-3512-48404B09626E}"/>
              </a:ext>
            </a:extLst>
          </p:cNvPr>
          <p:cNvSpPr>
            <a:spLocks noGrp="1"/>
          </p:cNvSpPr>
          <p:nvPr>
            <p:ph type="sldNum" sz="quarter" idx="12"/>
          </p:nvPr>
        </p:nvSpPr>
        <p:spPr/>
        <p:txBody>
          <a:bodyPr/>
          <a:lstStyle/>
          <a:p>
            <a:fld id="{B054D9E2-B7D1-4CB6-B3CB-97C4FF199B37}" type="slidenum">
              <a:rPr lang="zh-CN" altLang="en-US" smtClean="0"/>
              <a:t>‹#›</a:t>
            </a:fld>
            <a:endParaRPr lang="zh-CN" altLang="en-US"/>
          </a:p>
        </p:txBody>
      </p:sp>
    </p:spTree>
    <p:extLst>
      <p:ext uri="{BB962C8B-B14F-4D97-AF65-F5344CB8AC3E}">
        <p14:creationId xmlns:p14="http://schemas.microsoft.com/office/powerpoint/2010/main" val="1352911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BDE94B-40C8-6FBA-2E93-B03C39B47096}"/>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A87A97C-ECF6-E187-D022-2CF797AA009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7A5BF4D-009B-803E-B19F-FE882D6A578F}"/>
              </a:ext>
            </a:extLst>
          </p:cNvPr>
          <p:cNvSpPr>
            <a:spLocks noGrp="1"/>
          </p:cNvSpPr>
          <p:nvPr>
            <p:ph type="dt" sz="half" idx="10"/>
          </p:nvPr>
        </p:nvSpPr>
        <p:spPr/>
        <p:txBody>
          <a:bodyPr/>
          <a:lstStyle/>
          <a:p>
            <a:fld id="{4675816F-D889-4EBB-A72A-199BF2F89077}" type="datetimeFigureOut">
              <a:rPr lang="zh-CN" altLang="en-US" smtClean="0"/>
              <a:t>2026/5/13</a:t>
            </a:fld>
            <a:endParaRPr lang="zh-CN" altLang="en-US"/>
          </a:p>
        </p:txBody>
      </p:sp>
      <p:sp>
        <p:nvSpPr>
          <p:cNvPr id="5" name="页脚占位符 4">
            <a:extLst>
              <a:ext uri="{FF2B5EF4-FFF2-40B4-BE49-F238E27FC236}">
                <a16:creationId xmlns:a16="http://schemas.microsoft.com/office/drawing/2014/main" id="{903DC0A9-03B5-B830-FCE9-1DFEB7A7F6E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85F20F1-769B-257C-59FF-DDE479E8EFFF}"/>
              </a:ext>
            </a:extLst>
          </p:cNvPr>
          <p:cNvSpPr>
            <a:spLocks noGrp="1"/>
          </p:cNvSpPr>
          <p:nvPr>
            <p:ph type="sldNum" sz="quarter" idx="12"/>
          </p:nvPr>
        </p:nvSpPr>
        <p:spPr/>
        <p:txBody>
          <a:bodyPr/>
          <a:lstStyle/>
          <a:p>
            <a:fld id="{B054D9E2-B7D1-4CB6-B3CB-97C4FF199B37}" type="slidenum">
              <a:rPr lang="zh-CN" altLang="en-US" smtClean="0"/>
              <a:t>‹#›</a:t>
            </a:fld>
            <a:endParaRPr lang="zh-CN" altLang="en-US"/>
          </a:p>
        </p:txBody>
      </p:sp>
    </p:spTree>
    <p:extLst>
      <p:ext uri="{BB962C8B-B14F-4D97-AF65-F5344CB8AC3E}">
        <p14:creationId xmlns:p14="http://schemas.microsoft.com/office/powerpoint/2010/main" val="3063253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9E04278-B111-CBEE-B38C-3CE2ABEB281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7D4EA60-F752-3436-631B-CCBA41DEA93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11795F6-297D-326C-C1C8-76788F424292}"/>
              </a:ext>
            </a:extLst>
          </p:cNvPr>
          <p:cNvSpPr>
            <a:spLocks noGrp="1"/>
          </p:cNvSpPr>
          <p:nvPr>
            <p:ph type="dt" sz="half" idx="10"/>
          </p:nvPr>
        </p:nvSpPr>
        <p:spPr/>
        <p:txBody>
          <a:bodyPr/>
          <a:lstStyle/>
          <a:p>
            <a:fld id="{4675816F-D889-4EBB-A72A-199BF2F89077}" type="datetimeFigureOut">
              <a:rPr lang="zh-CN" altLang="en-US" smtClean="0"/>
              <a:t>2026/5/13</a:t>
            </a:fld>
            <a:endParaRPr lang="zh-CN" altLang="en-US"/>
          </a:p>
        </p:txBody>
      </p:sp>
      <p:sp>
        <p:nvSpPr>
          <p:cNvPr id="5" name="页脚占位符 4">
            <a:extLst>
              <a:ext uri="{FF2B5EF4-FFF2-40B4-BE49-F238E27FC236}">
                <a16:creationId xmlns:a16="http://schemas.microsoft.com/office/drawing/2014/main" id="{38951D9A-F498-025F-3772-AF787F5B47C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DDC3F5B-F5BA-9E14-E338-93398131B4C8}"/>
              </a:ext>
            </a:extLst>
          </p:cNvPr>
          <p:cNvSpPr>
            <a:spLocks noGrp="1"/>
          </p:cNvSpPr>
          <p:nvPr>
            <p:ph type="sldNum" sz="quarter" idx="12"/>
          </p:nvPr>
        </p:nvSpPr>
        <p:spPr/>
        <p:txBody>
          <a:bodyPr/>
          <a:lstStyle/>
          <a:p>
            <a:fld id="{B054D9E2-B7D1-4CB6-B3CB-97C4FF199B37}" type="slidenum">
              <a:rPr lang="zh-CN" altLang="en-US" smtClean="0"/>
              <a:t>‹#›</a:t>
            </a:fld>
            <a:endParaRPr lang="zh-CN" altLang="en-US"/>
          </a:p>
        </p:txBody>
      </p:sp>
    </p:spTree>
    <p:extLst>
      <p:ext uri="{BB962C8B-B14F-4D97-AF65-F5344CB8AC3E}">
        <p14:creationId xmlns:p14="http://schemas.microsoft.com/office/powerpoint/2010/main" val="33158694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节标题">
    <p:bg>
      <p:bgPr>
        <a:blipFill dpi="0" rotWithShape="1">
          <a:blip r:embed="rId2" cstate="print">
            <a:lum/>
          </a:blip>
          <a:srcRect/>
          <a:stretch>
            <a:fillRect t="-4000" b="-4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68755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F308C0D0-1766-4EC5-B7DC-EEE60A3E419F}" type="datetimeFigureOut">
              <a:rPr lang="zh-CN" altLang="en-US" smtClean="0"/>
              <a:pPr/>
              <a:t>2026/5/13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44FA6E1-6B83-4935-BD31-F33F54FC6619}" type="slidenum">
              <a:rPr lang="zh-CN" altLang="en-US" smtClean="0"/>
              <a:pPr/>
              <a:t>‹#›</a:t>
            </a:fld>
            <a:endParaRPr lang="zh-CN" altLang="en-US"/>
          </a:p>
        </p:txBody>
      </p:sp>
    </p:spTree>
    <p:extLst>
      <p:ext uri="{BB962C8B-B14F-4D97-AF65-F5344CB8AC3E}">
        <p14:creationId xmlns:p14="http://schemas.microsoft.com/office/powerpoint/2010/main" val="25849070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308C0D0-1766-4EC5-B7DC-EEE60A3E419F}" type="datetimeFigureOut">
              <a:rPr lang="zh-CN" altLang="en-US" smtClean="0"/>
              <a:pPr/>
              <a:t>2026/5/13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44FA6E1-6B83-4935-BD31-F33F54FC6619}" type="slidenum">
              <a:rPr lang="zh-CN" altLang="en-US" smtClean="0"/>
              <a:pPr/>
              <a:t>‹#›</a:t>
            </a:fld>
            <a:endParaRPr lang="zh-CN" altLang="en-US"/>
          </a:p>
        </p:txBody>
      </p:sp>
    </p:spTree>
    <p:extLst>
      <p:ext uri="{BB962C8B-B14F-4D97-AF65-F5344CB8AC3E}">
        <p14:creationId xmlns:p14="http://schemas.microsoft.com/office/powerpoint/2010/main" val="41746047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节标题">
    <p:bg>
      <p:bgPr>
        <a:blipFill dpi="0" rotWithShape="1">
          <a:blip r:embed="rId2" cstate="print">
            <a:lum/>
          </a:blip>
          <a:srcRect/>
          <a:stretch>
            <a:fillRect t="-4000" b="-4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43978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pic>
        <p:nvPicPr>
          <p:cNvPr id="9" name="图片 8"/>
          <p:cNvPicPr>
            <a:picLocks noChangeAspect="1"/>
          </p:cNvPicPr>
          <p:nvPr userDrawn="1"/>
        </p:nvPicPr>
        <p:blipFill rotWithShape="1">
          <a:blip r:embed="rId2" cstate="print">
            <a:extLst>
              <a:ext uri="{28A0092B-C50C-407E-A947-70E740481C1C}">
                <a14:useLocalDpi xmlns:a14="http://schemas.microsoft.com/office/drawing/2010/main" val="0"/>
              </a:ext>
            </a:extLst>
          </a:blip>
          <a:srcRect l="12028" r="22678" b="23052"/>
          <a:stretch>
            <a:fillRect/>
          </a:stretch>
        </p:blipFill>
        <p:spPr>
          <a:xfrm>
            <a:off x="0" y="5649087"/>
            <a:ext cx="12210757" cy="1208913"/>
          </a:xfrm>
          <a:prstGeom prst="rect">
            <a:avLst/>
          </a:prstGeom>
        </p:spPr>
      </p:pic>
    </p:spTree>
    <p:extLst>
      <p:ext uri="{BB962C8B-B14F-4D97-AF65-F5344CB8AC3E}">
        <p14:creationId xmlns:p14="http://schemas.microsoft.com/office/powerpoint/2010/main" val="11870578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308C0D0-1766-4EC5-B7DC-EEE60A3E419F}" type="datetimeFigureOut">
              <a:rPr lang="zh-CN" altLang="en-US" smtClean="0"/>
              <a:pPr/>
              <a:t>2026/5/13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44FA6E1-6B83-4935-BD31-F33F54FC6619}" type="slidenum">
              <a:rPr lang="zh-CN" altLang="en-US" smtClean="0"/>
              <a:pPr/>
              <a:t>‹#›</a:t>
            </a:fld>
            <a:endParaRPr lang="zh-CN" altLang="en-US"/>
          </a:p>
        </p:txBody>
      </p:sp>
    </p:spTree>
    <p:extLst>
      <p:ext uri="{BB962C8B-B14F-4D97-AF65-F5344CB8AC3E}">
        <p14:creationId xmlns:p14="http://schemas.microsoft.com/office/powerpoint/2010/main" val="4988456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308C0D0-1766-4EC5-B7DC-EEE60A3E419F}" type="datetimeFigureOut">
              <a:rPr lang="zh-CN" altLang="en-US" smtClean="0"/>
              <a:pPr/>
              <a:t>2026/5/13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44FA6E1-6B83-4935-BD31-F33F54FC6619}" type="slidenum">
              <a:rPr lang="zh-CN" altLang="en-US" smtClean="0"/>
              <a:pPr/>
              <a:t>‹#›</a:t>
            </a:fld>
            <a:endParaRPr lang="zh-CN" altLang="en-US"/>
          </a:p>
        </p:txBody>
      </p:sp>
    </p:spTree>
    <p:extLst>
      <p:ext uri="{BB962C8B-B14F-4D97-AF65-F5344CB8AC3E}">
        <p14:creationId xmlns:p14="http://schemas.microsoft.com/office/powerpoint/2010/main" val="4121683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cxnSp>
        <p:nvCxnSpPr>
          <p:cNvPr id="5" name="直接连接符 4"/>
          <p:cNvCxnSpPr/>
          <p:nvPr userDrawn="1"/>
        </p:nvCxnSpPr>
        <p:spPr>
          <a:xfrm>
            <a:off x="1007435" y="833864"/>
            <a:ext cx="10465163" cy="0"/>
          </a:xfrm>
          <a:prstGeom prst="line">
            <a:avLst/>
          </a:prstGeom>
          <a:ln>
            <a:solidFill>
              <a:srgbClr val="5B9BD5"/>
            </a:solidFill>
          </a:ln>
        </p:spPr>
        <p:style>
          <a:lnRef idx="1">
            <a:schemeClr val="accent1"/>
          </a:lnRef>
          <a:fillRef idx="0">
            <a:schemeClr val="accent1"/>
          </a:fillRef>
          <a:effectRef idx="0">
            <a:schemeClr val="accent1"/>
          </a:effectRef>
          <a:fontRef idx="minor">
            <a:schemeClr val="tx1"/>
          </a:fontRef>
        </p:style>
      </p:cxnSp>
      <p:grpSp>
        <p:nvGrpSpPr>
          <p:cNvPr id="6" name="Group 7"/>
          <p:cNvGrpSpPr/>
          <p:nvPr userDrawn="1"/>
        </p:nvGrpSpPr>
        <p:grpSpPr bwMode="auto">
          <a:xfrm>
            <a:off x="431371" y="390527"/>
            <a:ext cx="520496" cy="274639"/>
            <a:chOff x="0" y="0"/>
            <a:chExt cx="1041399" cy="549275"/>
          </a:xfrm>
          <a:solidFill>
            <a:srgbClr val="5B9BD5"/>
          </a:solidFill>
        </p:grpSpPr>
        <p:sp>
          <p:nvSpPr>
            <p:cNvPr id="7"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solidFill>
                  <a:schemeClr val="bg1"/>
                </a:solidFill>
              </a:endParaRPr>
            </a:p>
          </p:txBody>
        </p:sp>
        <p:sp>
          <p:nvSpPr>
            <p:cNvPr id="8"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solidFill>
                  <a:schemeClr val="bg1"/>
                </a:solidFill>
              </a:endParaRPr>
            </a:p>
          </p:txBody>
        </p:sp>
        <p:sp>
          <p:nvSpPr>
            <p:cNvPr id="9"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solidFill>
                  <a:schemeClr val="bg1"/>
                </a:solidFill>
              </a:endParaRPr>
            </a:p>
          </p:txBody>
        </p:sp>
      </p:grpSp>
      <p:sp>
        <p:nvSpPr>
          <p:cNvPr id="12" name="文本占位符 11"/>
          <p:cNvSpPr>
            <a:spLocks noGrp="1"/>
          </p:cNvSpPr>
          <p:nvPr>
            <p:ph type="body" sz="quarter" idx="10" hasCustomPrompt="1"/>
          </p:nvPr>
        </p:nvSpPr>
        <p:spPr>
          <a:xfrm>
            <a:off x="1111348" y="301629"/>
            <a:ext cx="3924300" cy="458787"/>
          </a:xfrm>
        </p:spPr>
        <p:txBody>
          <a:bodyPr anchor="ctr">
            <a:normAutofit/>
          </a:bodyPr>
          <a:lstStyle>
            <a:lvl1pPr marL="0" indent="0">
              <a:buNone/>
              <a:defRPr sz="2400">
                <a:solidFill>
                  <a:schemeClr val="bg1">
                    <a:lumMod val="95000"/>
                  </a:schemeClr>
                </a:solidFill>
              </a:defRPr>
            </a:lvl1pPr>
          </a:lstStyle>
          <a:p>
            <a:pPr lvl="0"/>
            <a:r>
              <a:rPr lang="zh-CN" altLang="en-US" dirty="0"/>
              <a:t>点击输入标题内容</a:t>
            </a:r>
          </a:p>
        </p:txBody>
      </p:sp>
      <p:pic>
        <p:nvPicPr>
          <p:cNvPr id="11" name="图片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5748" y="263016"/>
            <a:ext cx="2165743" cy="423430"/>
          </a:xfrm>
          <a:prstGeom prst="rect">
            <a:avLst/>
          </a:prstGeom>
        </p:spPr>
      </p:pic>
    </p:spTree>
    <p:extLst>
      <p:ext uri="{BB962C8B-B14F-4D97-AF65-F5344CB8AC3E}">
        <p14:creationId xmlns:p14="http://schemas.microsoft.com/office/powerpoint/2010/main" val="999332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2">
                                            <p:txEl>
                                              <p:pRg st="0" end="0"/>
                                            </p:txEl>
                                          </p:spTgt>
                                        </p:tgtEl>
                                        <p:attrNameLst>
                                          <p:attrName>style.visibility</p:attrName>
                                        </p:attrNameLst>
                                      </p:cBhvr>
                                      <p:to>
                                        <p:strVal val="visible"/>
                                      </p:to>
                                    </p:set>
                                    <p:anim calcmode="lin" valueType="num">
                                      <p:cBhvr>
                                        <p:cTn id="16" dur="500" fill="hold"/>
                                        <p:tgtEl>
                                          <p:spTgt spid="12">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2">
                                            <p:txEl>
                                              <p:pRg st="0" end="0"/>
                                            </p:txEl>
                                          </p:spTgt>
                                        </p:tgtEl>
                                        <p:attrNameLst>
                                          <p:attrName>ppt_y</p:attrName>
                                        </p:attrNameLst>
                                      </p:cBhvr>
                                      <p:tavLst>
                                        <p:tav tm="0">
                                          <p:val>
                                            <p:strVal val="#ppt_y"/>
                                          </p:val>
                                        </p:tav>
                                        <p:tav tm="100000">
                                          <p:val>
                                            <p:strVal val="#ppt_y"/>
                                          </p:val>
                                        </p:tav>
                                      </p:tavLst>
                                    </p:anim>
                                    <p:anim calcmode="lin" valueType="num">
                                      <p:cBhvr>
                                        <p:cTn id="18" dur="500" fill="hold"/>
                                        <p:tgtEl>
                                          <p:spTgt spid="12">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2">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tmplLst>
          <p:tmpl lvl="1">
            <p:tnLst>
              <p:par>
                <p:cTn presetID="41" presetClass="entr" presetSubtype="0" fill="hold" nodeType="afterEffect">
                  <p:stCondLst>
                    <p:cond delay="0"/>
                  </p:stCondLst>
                  <p:iterate type="lt">
                    <p:tmPct val="10000"/>
                  </p:iterate>
                  <p:childTnLst>
                    <p:set>
                      <p:cBhvr>
                        <p:cTn dur="1" fill="hold">
                          <p:stCondLst>
                            <p:cond delay="0"/>
                          </p:stCondLst>
                        </p:cTn>
                        <p:tgtEl>
                          <p:spTgt spid="12"/>
                        </p:tgtEl>
                        <p:attrNameLst>
                          <p:attrName>style.visibility</p:attrName>
                        </p:attrNameLst>
                      </p:cBhvr>
                      <p:to>
                        <p:strVal val="visible"/>
                      </p:to>
                    </p:set>
                    <p:anim calcmode="lin" valueType="num">
                      <p:cBhvr>
                        <p:cTn dur="5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dur="500" fill="hold"/>
                        <p:tgtEl>
                          <p:spTgt spid="12"/>
                        </p:tgtEl>
                        <p:attrNameLst>
                          <p:attrName>ppt_y</p:attrName>
                        </p:attrNameLst>
                      </p:cBhvr>
                      <p:tavLst>
                        <p:tav tm="0">
                          <p:val>
                            <p:strVal val="#ppt_y"/>
                          </p:val>
                        </p:tav>
                        <p:tav tm="100000">
                          <p:val>
                            <p:strVal val="#ppt_y"/>
                          </p:val>
                        </p:tav>
                      </p:tavLst>
                    </p:anim>
                    <p:anim calcmode="lin" valueType="num">
                      <p:cBhvr>
                        <p:cTn dur="5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dur="5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dur="500" tmFilter="0,0; .5, 1; 1, 1"/>
                        <p:tgtEl>
                          <p:spTgt spid="12"/>
                        </p:tgtEl>
                      </p:cBhvr>
                    </p:animEffect>
                  </p:childTnLst>
                </p:cTn>
              </p:par>
            </p:tnLst>
          </p:tmpl>
        </p:tmplLst>
      </p:bldP>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0224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308C0D0-1766-4EC5-B7DC-EEE60A3E419F}" type="datetimeFigureOut">
              <a:rPr lang="zh-CN" altLang="en-US" smtClean="0"/>
              <a:pPr/>
              <a:t>2026/5/13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44FA6E1-6B83-4935-BD31-F33F54FC6619}" type="slidenum">
              <a:rPr lang="zh-CN" altLang="en-US" smtClean="0"/>
              <a:pPr/>
              <a:t>‹#›</a:t>
            </a:fld>
            <a:endParaRPr lang="zh-CN" altLang="en-US"/>
          </a:p>
        </p:txBody>
      </p:sp>
    </p:spTree>
    <p:extLst>
      <p:ext uri="{BB962C8B-B14F-4D97-AF65-F5344CB8AC3E}">
        <p14:creationId xmlns:p14="http://schemas.microsoft.com/office/powerpoint/2010/main" val="38723671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308C0D0-1766-4EC5-B7DC-EEE60A3E419F}" type="datetimeFigureOut">
              <a:rPr lang="zh-CN" altLang="en-US" smtClean="0"/>
              <a:pPr/>
              <a:t>2026/5/13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44FA6E1-6B83-4935-BD31-F33F54FC6619}" type="slidenum">
              <a:rPr lang="zh-CN" altLang="en-US" smtClean="0"/>
              <a:pPr/>
              <a:t>‹#›</a:t>
            </a:fld>
            <a:endParaRPr lang="zh-CN" altLang="en-US"/>
          </a:p>
        </p:txBody>
      </p:sp>
    </p:spTree>
    <p:extLst>
      <p:ext uri="{BB962C8B-B14F-4D97-AF65-F5344CB8AC3E}">
        <p14:creationId xmlns:p14="http://schemas.microsoft.com/office/powerpoint/2010/main" val="31555082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308C0D0-1766-4EC5-B7DC-EEE60A3E419F}" type="datetimeFigureOut">
              <a:rPr lang="zh-CN" altLang="en-US" smtClean="0"/>
              <a:pPr/>
              <a:t>2026/5/13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44FA6E1-6B83-4935-BD31-F33F54FC6619}" type="slidenum">
              <a:rPr lang="zh-CN" altLang="en-US" smtClean="0"/>
              <a:pPr/>
              <a:t>‹#›</a:t>
            </a:fld>
            <a:endParaRPr lang="zh-CN" altLang="en-US"/>
          </a:p>
        </p:txBody>
      </p:sp>
    </p:spTree>
    <p:extLst>
      <p:ext uri="{BB962C8B-B14F-4D97-AF65-F5344CB8AC3E}">
        <p14:creationId xmlns:p14="http://schemas.microsoft.com/office/powerpoint/2010/main" val="822694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8" name="矩形 7"/>
          <p:cNvSpPr/>
          <p:nvPr userDrawn="1"/>
        </p:nvSpPr>
        <p:spPr>
          <a:xfrm>
            <a:off x="0" y="2276871"/>
            <a:ext cx="3264363" cy="26882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1" name="矩形 10"/>
          <p:cNvSpPr/>
          <p:nvPr userDrawn="1"/>
        </p:nvSpPr>
        <p:spPr>
          <a:xfrm>
            <a:off x="8975543" y="2276871"/>
            <a:ext cx="3264363" cy="26882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nvGrpSpPr>
          <p:cNvPr id="12" name="组合 11"/>
          <p:cNvGrpSpPr/>
          <p:nvPr userDrawn="1"/>
        </p:nvGrpSpPr>
        <p:grpSpPr>
          <a:xfrm>
            <a:off x="7596491" y="2381809"/>
            <a:ext cx="576064" cy="577112"/>
            <a:chOff x="6084168" y="1274820"/>
            <a:chExt cx="432048" cy="432834"/>
          </a:xfrm>
        </p:grpSpPr>
        <p:sp>
          <p:nvSpPr>
            <p:cNvPr id="13"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400">
                <a:solidFill>
                  <a:srgbClr val="FFFFFF"/>
                </a:solidFill>
                <a:latin typeface="Calibri" panose="020F0502020204030204" pitchFamily="34" charset="0"/>
              </a:endParaRPr>
            </a:p>
          </p:txBody>
        </p:sp>
        <p:sp>
          <p:nvSpPr>
            <p:cNvPr id="14"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45720" tIns="22860" rIns="45720" bIns="22860" anchor="ctr"/>
            <a:lstStyle/>
            <a:p>
              <a:endParaRPr lang="en-US" sz="2400">
                <a:latin typeface="Roboto Light"/>
              </a:endParaRPr>
            </a:p>
          </p:txBody>
        </p:sp>
      </p:grpSp>
      <p:grpSp>
        <p:nvGrpSpPr>
          <p:cNvPr id="15" name="组合 14"/>
          <p:cNvGrpSpPr/>
          <p:nvPr userDrawn="1"/>
        </p:nvGrpSpPr>
        <p:grpSpPr>
          <a:xfrm>
            <a:off x="5868299" y="2382333"/>
            <a:ext cx="576064" cy="576064"/>
            <a:chOff x="4788024" y="1275213"/>
            <a:chExt cx="432048" cy="432048"/>
          </a:xfrm>
        </p:grpSpPr>
        <p:sp>
          <p:nvSpPr>
            <p:cNvPr id="16" name="椭圆 65"/>
            <p:cNvSpPr>
              <a:spLocks noChangeArrowheads="1"/>
            </p:cNvSpPr>
            <p:nvPr/>
          </p:nvSpPr>
          <p:spPr bwMode="auto">
            <a:xfrm>
              <a:off x="4788024" y="1275213"/>
              <a:ext cx="432048" cy="432048"/>
            </a:xfrm>
            <a:prstGeom prst="ellipse">
              <a:avLst/>
            </a:prstGeom>
            <a:solidFill>
              <a:srgbClr val="5B9BD5"/>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400">
                <a:solidFill>
                  <a:srgbClr val="FFFFFF"/>
                </a:solidFill>
                <a:latin typeface="Calibri" panose="020F0502020204030204" pitchFamily="34" charset="0"/>
              </a:endParaRPr>
            </a:p>
          </p:txBody>
        </p:sp>
        <p:sp>
          <p:nvSpPr>
            <p:cNvPr id="17"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45720" tIns="22860" rIns="45720" bIns="22860" anchor="ctr"/>
            <a:lstStyle/>
            <a:p>
              <a:endParaRPr lang="en-US" sz="2400">
                <a:latin typeface="Roboto Light"/>
              </a:endParaRPr>
            </a:p>
          </p:txBody>
        </p:sp>
      </p:grpSp>
      <p:grpSp>
        <p:nvGrpSpPr>
          <p:cNvPr id="18" name="组合 17"/>
          <p:cNvGrpSpPr/>
          <p:nvPr userDrawn="1"/>
        </p:nvGrpSpPr>
        <p:grpSpPr>
          <a:xfrm>
            <a:off x="6732395" y="2381809"/>
            <a:ext cx="577111" cy="577112"/>
            <a:chOff x="5436096" y="1274820"/>
            <a:chExt cx="432833" cy="432834"/>
          </a:xfrm>
        </p:grpSpPr>
        <p:sp>
          <p:nvSpPr>
            <p:cNvPr id="19" name="椭圆 18"/>
            <p:cNvSpPr>
              <a:spLocks noChangeArrowheads="1"/>
            </p:cNvSpPr>
            <p:nvPr/>
          </p:nvSpPr>
          <p:spPr bwMode="auto">
            <a:xfrm>
              <a:off x="5436096" y="1274820"/>
              <a:ext cx="432833" cy="432834"/>
            </a:xfrm>
            <a:prstGeom prst="ellipse">
              <a:avLst/>
            </a:prstGeom>
            <a:solidFill>
              <a:srgbClr val="5B9BD5"/>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400">
                <a:solidFill>
                  <a:srgbClr val="FFFFFF"/>
                </a:solidFill>
                <a:latin typeface="Calibri" panose="020F0502020204030204" pitchFamily="34" charset="0"/>
              </a:endParaRPr>
            </a:p>
          </p:txBody>
        </p:sp>
        <p:sp>
          <p:nvSpPr>
            <p:cNvPr id="20"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45720" tIns="22860" rIns="45720" bIns="22860" anchor="ctr"/>
            <a:lstStyle/>
            <a:p>
              <a:endParaRPr lang="en-US" sz="2400">
                <a:latin typeface="Roboto Light"/>
              </a:endParaRPr>
            </a:p>
          </p:txBody>
        </p:sp>
      </p:grpSp>
      <p:grpSp>
        <p:nvGrpSpPr>
          <p:cNvPr id="21" name="组合 20"/>
          <p:cNvGrpSpPr/>
          <p:nvPr userDrawn="1"/>
        </p:nvGrpSpPr>
        <p:grpSpPr>
          <a:xfrm>
            <a:off x="4140107" y="2381809"/>
            <a:ext cx="577111" cy="577112"/>
            <a:chOff x="3491880" y="1274820"/>
            <a:chExt cx="432833" cy="432834"/>
          </a:xfrm>
        </p:grpSpPr>
        <p:sp>
          <p:nvSpPr>
            <p:cNvPr id="22"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400">
                <a:solidFill>
                  <a:srgbClr val="FFFFFF"/>
                </a:solidFill>
                <a:latin typeface="Calibri" panose="020F0502020204030204" pitchFamily="34" charset="0"/>
              </a:endParaRPr>
            </a:p>
          </p:txBody>
        </p:sp>
        <p:sp>
          <p:nvSpPr>
            <p:cNvPr id="23"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45720" tIns="22860" rIns="45720" bIns="22860" anchor="ctr"/>
            <a:lstStyle/>
            <a:p>
              <a:endParaRPr lang="en-US" sz="2400">
                <a:latin typeface="Roboto Light"/>
              </a:endParaRPr>
            </a:p>
          </p:txBody>
        </p:sp>
      </p:grpSp>
      <p:grpSp>
        <p:nvGrpSpPr>
          <p:cNvPr id="24" name="组合 23"/>
          <p:cNvGrpSpPr/>
          <p:nvPr userDrawn="1"/>
        </p:nvGrpSpPr>
        <p:grpSpPr>
          <a:xfrm>
            <a:off x="5004203" y="2381809"/>
            <a:ext cx="577111" cy="577112"/>
            <a:chOff x="4139952" y="1274820"/>
            <a:chExt cx="432833" cy="432834"/>
          </a:xfrm>
        </p:grpSpPr>
        <p:sp>
          <p:nvSpPr>
            <p:cNvPr id="25"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400">
                <a:solidFill>
                  <a:srgbClr val="FFFFFF"/>
                </a:solidFill>
                <a:latin typeface="Calibri" panose="020F0502020204030204" pitchFamily="34" charset="0"/>
              </a:endParaRPr>
            </a:p>
          </p:txBody>
        </p:sp>
        <p:sp>
          <p:nvSpPr>
            <p:cNvPr id="26"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45720" tIns="22860" rIns="45720" bIns="22860" anchor="ctr"/>
            <a:lstStyle/>
            <a:p>
              <a:endParaRPr lang="en-US" sz="2400">
                <a:latin typeface="Roboto Light"/>
              </a:endParaRPr>
            </a:p>
          </p:txBody>
        </p:sp>
      </p:grpSp>
      <p:sp>
        <p:nvSpPr>
          <p:cNvPr id="28" name="文本占位符 27"/>
          <p:cNvSpPr>
            <a:spLocks noGrp="1"/>
          </p:cNvSpPr>
          <p:nvPr>
            <p:ph type="body" sz="quarter" idx="10" hasCustomPrompt="1"/>
          </p:nvPr>
        </p:nvSpPr>
        <p:spPr>
          <a:xfrm>
            <a:off x="11700" y="2281763"/>
            <a:ext cx="3099972" cy="2683407"/>
          </a:xfrm>
        </p:spPr>
        <p:txBody>
          <a:bodyPr anchor="ctr">
            <a:noAutofit/>
          </a:bodyPr>
          <a:lstStyle>
            <a:lvl1pPr marL="0" indent="0" algn="ctr">
              <a:buNone/>
              <a:defRPr sz="16600">
                <a:solidFill>
                  <a:schemeClr val="bg1"/>
                </a:solidFill>
              </a:defRPr>
            </a:lvl1pPr>
          </a:lstStyle>
          <a:p>
            <a:pPr lvl="0"/>
            <a:r>
              <a:rPr lang="en-US" altLang="zh-CN" dirty="0"/>
              <a:t>02</a:t>
            </a:r>
            <a:endParaRPr lang="zh-CN" altLang="en-US" dirty="0"/>
          </a:p>
        </p:txBody>
      </p:sp>
      <p:sp>
        <p:nvSpPr>
          <p:cNvPr id="30" name="文本占位符 29"/>
          <p:cNvSpPr>
            <a:spLocks noGrp="1"/>
          </p:cNvSpPr>
          <p:nvPr>
            <p:ph type="body" sz="quarter" idx="11" hasCustomPrompt="1"/>
          </p:nvPr>
        </p:nvSpPr>
        <p:spPr>
          <a:xfrm>
            <a:off x="4013618" y="3106476"/>
            <a:ext cx="4285425" cy="566283"/>
          </a:xfrm>
        </p:spPr>
        <p:txBody>
          <a:bodyPr>
            <a:normAutofit/>
          </a:bodyPr>
          <a:lstStyle>
            <a:lvl1pPr marL="0" indent="0" algn="ctr">
              <a:buNone/>
              <a:defRPr sz="3200">
                <a:solidFill>
                  <a:schemeClr val="bg1"/>
                </a:solidFill>
              </a:defRPr>
            </a:lvl1pPr>
          </a:lstStyle>
          <a:p>
            <a:pPr lvl="0"/>
            <a:r>
              <a:rPr lang="zh-CN" altLang="en-US" dirty="0"/>
              <a:t>点击输入标题内容</a:t>
            </a:r>
          </a:p>
        </p:txBody>
      </p:sp>
      <p:sp>
        <p:nvSpPr>
          <p:cNvPr id="31" name="文本占位符 29"/>
          <p:cNvSpPr>
            <a:spLocks noGrp="1"/>
          </p:cNvSpPr>
          <p:nvPr>
            <p:ph type="body" sz="quarter" idx="12" hasCustomPrompt="1"/>
          </p:nvPr>
        </p:nvSpPr>
        <p:spPr>
          <a:xfrm>
            <a:off x="4030142" y="3820314"/>
            <a:ext cx="4285425" cy="566283"/>
          </a:xfrm>
        </p:spPr>
        <p:txBody>
          <a:bodyPr>
            <a:normAutofit/>
          </a:bodyPr>
          <a:lstStyle>
            <a:lvl1pPr marL="0" indent="0" algn="l">
              <a:buNone/>
              <a:defRPr sz="1600">
                <a:solidFill>
                  <a:schemeClr val="tx1">
                    <a:lumMod val="50000"/>
                    <a:lumOff val="50000"/>
                  </a:schemeClr>
                </a:solidFill>
              </a:defRPr>
            </a:lvl1pPr>
          </a:lstStyle>
          <a:p>
            <a:pPr lvl="0"/>
            <a:r>
              <a:rPr lang="zh-CN" altLang="en-US" dirty="0"/>
              <a:t>点击输入标题内容</a:t>
            </a:r>
          </a:p>
        </p:txBody>
      </p:sp>
    </p:spTree>
    <p:extLst>
      <p:ext uri="{BB962C8B-B14F-4D97-AF65-F5344CB8AC3E}">
        <p14:creationId xmlns:p14="http://schemas.microsoft.com/office/powerpoint/2010/main" val="3411086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41" presetClass="entr" presetSubtype="0" fill="hold" grpId="0" nodeType="clickEffect">
                                  <p:stCondLst>
                                    <p:cond delay="0"/>
                                  </p:stCondLst>
                                  <p:iterate type="lt">
                                    <p:tmPct val="10000"/>
                                  </p:iterate>
                                  <p:childTnLst>
                                    <p:set>
                                      <p:cBhvr>
                                        <p:cTn id="16" dur="1" fill="hold">
                                          <p:stCondLst>
                                            <p:cond delay="0"/>
                                          </p:stCondLst>
                                        </p:cTn>
                                        <p:tgtEl>
                                          <p:spTgt spid="30"/>
                                        </p:tgtEl>
                                        <p:attrNameLst>
                                          <p:attrName>style.visibility</p:attrName>
                                        </p:attrNameLst>
                                      </p:cBhvr>
                                      <p:to>
                                        <p:strVal val="visible"/>
                                      </p:to>
                                    </p:set>
                                    <p:anim calcmode="lin" valueType="num">
                                      <p:cBhvr>
                                        <p:cTn id="17" dur="500" fill="hold"/>
                                        <p:tgtEl>
                                          <p:spTgt spid="30"/>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30"/>
                                        </p:tgtEl>
                                        <p:attrNameLst>
                                          <p:attrName>ppt_y</p:attrName>
                                        </p:attrNameLst>
                                      </p:cBhvr>
                                      <p:tavLst>
                                        <p:tav tm="0">
                                          <p:val>
                                            <p:strVal val="#ppt_y"/>
                                          </p:val>
                                        </p:tav>
                                        <p:tav tm="100000">
                                          <p:val>
                                            <p:strVal val="#ppt_y"/>
                                          </p:val>
                                        </p:tav>
                                      </p:tavLst>
                                    </p:anim>
                                    <p:anim calcmode="lin" valueType="num">
                                      <p:cBhvr>
                                        <p:cTn id="19" dur="500" fill="hold"/>
                                        <p:tgtEl>
                                          <p:spTgt spid="30"/>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30"/>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30"/>
                                        </p:tgtEl>
                                      </p:cBhvr>
                                    </p:animEffect>
                                  </p:childTnLst>
                                </p:cTn>
                              </p:par>
                            </p:childTnLst>
                          </p:cTn>
                        </p:par>
                      </p:childTnLst>
                    </p:cTn>
                  </p:par>
                  <p:par>
                    <p:cTn id="22" fill="hold">
                      <p:stCondLst>
                        <p:cond delay="indefinite"/>
                      </p:stCondLst>
                      <p:childTnLst>
                        <p:par>
                          <p:cTn id="23" fill="hold">
                            <p:stCondLst>
                              <p:cond delay="0"/>
                            </p:stCondLst>
                            <p:childTnLst>
                              <p:par>
                                <p:cTn id="24" presetID="41" presetClass="entr" presetSubtype="0" fill="hold" grpId="0" nodeType="clickEffect">
                                  <p:stCondLst>
                                    <p:cond delay="0"/>
                                  </p:stCondLst>
                                  <p:iterate type="lt">
                                    <p:tmPct val="10000"/>
                                  </p:iterate>
                                  <p:childTnLst>
                                    <p:set>
                                      <p:cBhvr>
                                        <p:cTn id="25" dur="1" fill="hold">
                                          <p:stCondLst>
                                            <p:cond delay="0"/>
                                          </p:stCondLst>
                                        </p:cTn>
                                        <p:tgtEl>
                                          <p:spTgt spid="31"/>
                                        </p:tgtEl>
                                        <p:attrNameLst>
                                          <p:attrName>style.visibility</p:attrName>
                                        </p:attrNameLst>
                                      </p:cBhvr>
                                      <p:to>
                                        <p:strVal val="visible"/>
                                      </p:to>
                                    </p:set>
                                    <p:anim calcmode="lin" valueType="num">
                                      <p:cBhvr>
                                        <p:cTn id="26" dur="500" fill="hold"/>
                                        <p:tgtEl>
                                          <p:spTgt spid="31"/>
                                        </p:tgtEl>
                                        <p:attrNameLst>
                                          <p:attrName>ppt_x</p:attrName>
                                        </p:attrNameLst>
                                      </p:cBhvr>
                                      <p:tavLst>
                                        <p:tav tm="0">
                                          <p:val>
                                            <p:strVal val="#ppt_x"/>
                                          </p:val>
                                        </p:tav>
                                        <p:tav tm="50000">
                                          <p:val>
                                            <p:strVal val="#ppt_x+.1"/>
                                          </p:val>
                                        </p:tav>
                                        <p:tav tm="100000">
                                          <p:val>
                                            <p:strVal val="#ppt_x"/>
                                          </p:val>
                                        </p:tav>
                                      </p:tavLst>
                                    </p:anim>
                                    <p:anim calcmode="lin" valueType="num">
                                      <p:cBhvr>
                                        <p:cTn id="27" dur="500" fill="hold"/>
                                        <p:tgtEl>
                                          <p:spTgt spid="31"/>
                                        </p:tgtEl>
                                        <p:attrNameLst>
                                          <p:attrName>ppt_y</p:attrName>
                                        </p:attrNameLst>
                                      </p:cBhvr>
                                      <p:tavLst>
                                        <p:tav tm="0">
                                          <p:val>
                                            <p:strVal val="#ppt_y"/>
                                          </p:val>
                                        </p:tav>
                                        <p:tav tm="100000">
                                          <p:val>
                                            <p:strVal val="#ppt_y"/>
                                          </p:val>
                                        </p:tav>
                                      </p:tavLst>
                                    </p:anim>
                                    <p:anim calcmode="lin" valueType="num">
                                      <p:cBhvr>
                                        <p:cTn id="28" dur="500" fill="hold"/>
                                        <p:tgtEl>
                                          <p:spTgt spid="31"/>
                                        </p:tgtEl>
                                        <p:attrNameLst>
                                          <p:attrName>ppt_h</p:attrName>
                                        </p:attrNameLst>
                                      </p:cBhvr>
                                      <p:tavLst>
                                        <p:tav tm="0">
                                          <p:val>
                                            <p:strVal val="#ppt_h/10"/>
                                          </p:val>
                                        </p:tav>
                                        <p:tav tm="50000">
                                          <p:val>
                                            <p:strVal val="#ppt_h+.01"/>
                                          </p:val>
                                        </p:tav>
                                        <p:tav tm="100000">
                                          <p:val>
                                            <p:strVal val="#ppt_h"/>
                                          </p:val>
                                        </p:tav>
                                      </p:tavLst>
                                    </p:anim>
                                    <p:anim calcmode="lin" valueType="num">
                                      <p:cBhvr>
                                        <p:cTn id="29" dur="500" fill="hold"/>
                                        <p:tgtEl>
                                          <p:spTgt spid="31"/>
                                        </p:tgtEl>
                                        <p:attrNameLst>
                                          <p:attrName>ppt_w</p:attrName>
                                        </p:attrNameLst>
                                      </p:cBhvr>
                                      <p:tavLst>
                                        <p:tav tm="0">
                                          <p:val>
                                            <p:strVal val="#ppt_w/10"/>
                                          </p:val>
                                        </p:tav>
                                        <p:tav tm="50000">
                                          <p:val>
                                            <p:strVal val="#ppt_w+.01"/>
                                          </p:val>
                                        </p:tav>
                                        <p:tav tm="100000">
                                          <p:val>
                                            <p:strVal val="#ppt_w"/>
                                          </p:val>
                                        </p:tav>
                                      </p:tavLst>
                                    </p:anim>
                                    <p:animEffect transition="in" filter="fade">
                                      <p:cBhvr>
                                        <p:cTn id="30" dur="500" tmFilter="0,0; .5, 1; 1, 1"/>
                                        <p:tgtEl>
                                          <p:spTgt spid="3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down)">
                                      <p:cBhvr>
                                        <p:cTn id="35" dur="500"/>
                                        <p:tgtEl>
                                          <p:spTgt spid="11"/>
                                        </p:tgtEl>
                                      </p:cBhvr>
                                    </p:animEffect>
                                  </p:childTnLst>
                                </p:cTn>
                              </p:par>
                            </p:childTnLst>
                          </p:cTn>
                        </p:par>
                        <p:par>
                          <p:cTn id="36" fill="hold">
                            <p:stCondLst>
                              <p:cond delay="500"/>
                            </p:stCondLst>
                            <p:childTnLst>
                              <p:par>
                                <p:cTn id="37" presetID="53" presetClass="entr" presetSubtype="16" fill="hold" nodeType="afterEffect">
                                  <p:stCondLst>
                                    <p:cond delay="0"/>
                                  </p:stCondLst>
                                  <p:childTnLst>
                                    <p:set>
                                      <p:cBhvr>
                                        <p:cTn id="38" dur="1" fill="hold">
                                          <p:stCondLst>
                                            <p:cond delay="0"/>
                                          </p:stCondLst>
                                        </p:cTn>
                                        <p:tgtEl>
                                          <p:spTgt spid="21"/>
                                        </p:tgtEl>
                                        <p:attrNameLst>
                                          <p:attrName>style.visibility</p:attrName>
                                        </p:attrNameLst>
                                      </p:cBhvr>
                                      <p:to>
                                        <p:strVal val="visible"/>
                                      </p:to>
                                    </p:set>
                                    <p:anim calcmode="lin" valueType="num">
                                      <p:cBhvr>
                                        <p:cTn id="39" dur="500" fill="hold"/>
                                        <p:tgtEl>
                                          <p:spTgt spid="21"/>
                                        </p:tgtEl>
                                        <p:attrNameLst>
                                          <p:attrName>ppt_w</p:attrName>
                                        </p:attrNameLst>
                                      </p:cBhvr>
                                      <p:tavLst>
                                        <p:tav tm="0">
                                          <p:val>
                                            <p:fltVal val="0"/>
                                          </p:val>
                                        </p:tav>
                                        <p:tav tm="100000">
                                          <p:val>
                                            <p:strVal val="#ppt_w"/>
                                          </p:val>
                                        </p:tav>
                                      </p:tavLst>
                                    </p:anim>
                                    <p:anim calcmode="lin" valueType="num">
                                      <p:cBhvr>
                                        <p:cTn id="40" dur="500" fill="hold"/>
                                        <p:tgtEl>
                                          <p:spTgt spid="21"/>
                                        </p:tgtEl>
                                        <p:attrNameLst>
                                          <p:attrName>ppt_h</p:attrName>
                                        </p:attrNameLst>
                                      </p:cBhvr>
                                      <p:tavLst>
                                        <p:tav tm="0">
                                          <p:val>
                                            <p:fltVal val="0"/>
                                          </p:val>
                                        </p:tav>
                                        <p:tav tm="100000">
                                          <p:val>
                                            <p:strVal val="#ppt_h"/>
                                          </p:val>
                                        </p:tav>
                                      </p:tavLst>
                                    </p:anim>
                                    <p:animEffect transition="in" filter="fade">
                                      <p:cBhvr>
                                        <p:cTn id="41" dur="500"/>
                                        <p:tgtEl>
                                          <p:spTgt spid="21"/>
                                        </p:tgtEl>
                                      </p:cBhvr>
                                    </p:animEffect>
                                  </p:childTnLst>
                                </p:cTn>
                              </p:par>
                              <p:par>
                                <p:cTn id="42" presetID="53" presetClass="entr" presetSubtype="16" fill="hold" nodeType="withEffect">
                                  <p:stCondLst>
                                    <p:cond delay="200"/>
                                  </p:stCondLst>
                                  <p:childTnLst>
                                    <p:set>
                                      <p:cBhvr>
                                        <p:cTn id="43" dur="1" fill="hold">
                                          <p:stCondLst>
                                            <p:cond delay="0"/>
                                          </p:stCondLst>
                                        </p:cTn>
                                        <p:tgtEl>
                                          <p:spTgt spid="24"/>
                                        </p:tgtEl>
                                        <p:attrNameLst>
                                          <p:attrName>style.visibility</p:attrName>
                                        </p:attrNameLst>
                                      </p:cBhvr>
                                      <p:to>
                                        <p:strVal val="visible"/>
                                      </p:to>
                                    </p:set>
                                    <p:anim calcmode="lin" valueType="num">
                                      <p:cBhvr>
                                        <p:cTn id="44" dur="500" fill="hold"/>
                                        <p:tgtEl>
                                          <p:spTgt spid="24"/>
                                        </p:tgtEl>
                                        <p:attrNameLst>
                                          <p:attrName>ppt_w</p:attrName>
                                        </p:attrNameLst>
                                      </p:cBhvr>
                                      <p:tavLst>
                                        <p:tav tm="0">
                                          <p:val>
                                            <p:fltVal val="0"/>
                                          </p:val>
                                        </p:tav>
                                        <p:tav tm="100000">
                                          <p:val>
                                            <p:strVal val="#ppt_w"/>
                                          </p:val>
                                        </p:tav>
                                      </p:tavLst>
                                    </p:anim>
                                    <p:anim calcmode="lin" valueType="num">
                                      <p:cBhvr>
                                        <p:cTn id="45" dur="500" fill="hold"/>
                                        <p:tgtEl>
                                          <p:spTgt spid="24"/>
                                        </p:tgtEl>
                                        <p:attrNameLst>
                                          <p:attrName>ppt_h</p:attrName>
                                        </p:attrNameLst>
                                      </p:cBhvr>
                                      <p:tavLst>
                                        <p:tav tm="0">
                                          <p:val>
                                            <p:fltVal val="0"/>
                                          </p:val>
                                        </p:tav>
                                        <p:tav tm="100000">
                                          <p:val>
                                            <p:strVal val="#ppt_h"/>
                                          </p:val>
                                        </p:tav>
                                      </p:tavLst>
                                    </p:anim>
                                    <p:animEffect transition="in" filter="fade">
                                      <p:cBhvr>
                                        <p:cTn id="46" dur="500"/>
                                        <p:tgtEl>
                                          <p:spTgt spid="24"/>
                                        </p:tgtEl>
                                      </p:cBhvr>
                                    </p:animEffect>
                                  </p:childTnLst>
                                </p:cTn>
                              </p:par>
                              <p:par>
                                <p:cTn id="47" presetID="53" presetClass="entr" presetSubtype="16" fill="hold" nodeType="withEffect">
                                  <p:stCondLst>
                                    <p:cond delay="400"/>
                                  </p:stCondLst>
                                  <p:childTnLst>
                                    <p:set>
                                      <p:cBhvr>
                                        <p:cTn id="48" dur="1" fill="hold">
                                          <p:stCondLst>
                                            <p:cond delay="0"/>
                                          </p:stCondLst>
                                        </p:cTn>
                                        <p:tgtEl>
                                          <p:spTgt spid="15"/>
                                        </p:tgtEl>
                                        <p:attrNameLst>
                                          <p:attrName>style.visibility</p:attrName>
                                        </p:attrNameLst>
                                      </p:cBhvr>
                                      <p:to>
                                        <p:strVal val="visible"/>
                                      </p:to>
                                    </p:set>
                                    <p:anim calcmode="lin" valueType="num">
                                      <p:cBhvr>
                                        <p:cTn id="49" dur="500" fill="hold"/>
                                        <p:tgtEl>
                                          <p:spTgt spid="15"/>
                                        </p:tgtEl>
                                        <p:attrNameLst>
                                          <p:attrName>ppt_w</p:attrName>
                                        </p:attrNameLst>
                                      </p:cBhvr>
                                      <p:tavLst>
                                        <p:tav tm="0">
                                          <p:val>
                                            <p:fltVal val="0"/>
                                          </p:val>
                                        </p:tav>
                                        <p:tav tm="100000">
                                          <p:val>
                                            <p:strVal val="#ppt_w"/>
                                          </p:val>
                                        </p:tav>
                                      </p:tavLst>
                                    </p:anim>
                                    <p:anim calcmode="lin" valueType="num">
                                      <p:cBhvr>
                                        <p:cTn id="50" dur="500" fill="hold"/>
                                        <p:tgtEl>
                                          <p:spTgt spid="15"/>
                                        </p:tgtEl>
                                        <p:attrNameLst>
                                          <p:attrName>ppt_h</p:attrName>
                                        </p:attrNameLst>
                                      </p:cBhvr>
                                      <p:tavLst>
                                        <p:tav tm="0">
                                          <p:val>
                                            <p:fltVal val="0"/>
                                          </p:val>
                                        </p:tav>
                                        <p:tav tm="100000">
                                          <p:val>
                                            <p:strVal val="#ppt_h"/>
                                          </p:val>
                                        </p:tav>
                                      </p:tavLst>
                                    </p:anim>
                                    <p:animEffect transition="in" filter="fade">
                                      <p:cBhvr>
                                        <p:cTn id="51" dur="500"/>
                                        <p:tgtEl>
                                          <p:spTgt spid="15"/>
                                        </p:tgtEl>
                                      </p:cBhvr>
                                    </p:animEffect>
                                  </p:childTnLst>
                                </p:cTn>
                              </p:par>
                              <p:par>
                                <p:cTn id="52" presetID="53" presetClass="entr" presetSubtype="16" fill="hold" nodeType="withEffect">
                                  <p:stCondLst>
                                    <p:cond delay="600"/>
                                  </p:stCondLst>
                                  <p:childTnLst>
                                    <p:set>
                                      <p:cBhvr>
                                        <p:cTn id="53" dur="1" fill="hold">
                                          <p:stCondLst>
                                            <p:cond delay="0"/>
                                          </p:stCondLst>
                                        </p:cTn>
                                        <p:tgtEl>
                                          <p:spTgt spid="18"/>
                                        </p:tgtEl>
                                        <p:attrNameLst>
                                          <p:attrName>style.visibility</p:attrName>
                                        </p:attrNameLst>
                                      </p:cBhvr>
                                      <p:to>
                                        <p:strVal val="visible"/>
                                      </p:to>
                                    </p:set>
                                    <p:anim calcmode="lin" valueType="num">
                                      <p:cBhvr>
                                        <p:cTn id="54" dur="500" fill="hold"/>
                                        <p:tgtEl>
                                          <p:spTgt spid="18"/>
                                        </p:tgtEl>
                                        <p:attrNameLst>
                                          <p:attrName>ppt_w</p:attrName>
                                        </p:attrNameLst>
                                      </p:cBhvr>
                                      <p:tavLst>
                                        <p:tav tm="0">
                                          <p:val>
                                            <p:fltVal val="0"/>
                                          </p:val>
                                        </p:tav>
                                        <p:tav tm="100000">
                                          <p:val>
                                            <p:strVal val="#ppt_w"/>
                                          </p:val>
                                        </p:tav>
                                      </p:tavLst>
                                    </p:anim>
                                    <p:anim calcmode="lin" valueType="num">
                                      <p:cBhvr>
                                        <p:cTn id="55" dur="500" fill="hold"/>
                                        <p:tgtEl>
                                          <p:spTgt spid="18"/>
                                        </p:tgtEl>
                                        <p:attrNameLst>
                                          <p:attrName>ppt_h</p:attrName>
                                        </p:attrNameLst>
                                      </p:cBhvr>
                                      <p:tavLst>
                                        <p:tav tm="0">
                                          <p:val>
                                            <p:fltVal val="0"/>
                                          </p:val>
                                        </p:tav>
                                        <p:tav tm="100000">
                                          <p:val>
                                            <p:strVal val="#ppt_h"/>
                                          </p:val>
                                        </p:tav>
                                      </p:tavLst>
                                    </p:anim>
                                    <p:animEffect transition="in" filter="fade">
                                      <p:cBhvr>
                                        <p:cTn id="56" dur="500"/>
                                        <p:tgtEl>
                                          <p:spTgt spid="18"/>
                                        </p:tgtEl>
                                      </p:cBhvr>
                                    </p:animEffect>
                                  </p:childTnLst>
                                </p:cTn>
                              </p:par>
                              <p:par>
                                <p:cTn id="57" presetID="53" presetClass="entr" presetSubtype="16" fill="hold" nodeType="withEffect">
                                  <p:stCondLst>
                                    <p:cond delay="800"/>
                                  </p:stCondLst>
                                  <p:childTnLst>
                                    <p:set>
                                      <p:cBhvr>
                                        <p:cTn id="58" dur="1" fill="hold">
                                          <p:stCondLst>
                                            <p:cond delay="0"/>
                                          </p:stCondLst>
                                        </p:cTn>
                                        <p:tgtEl>
                                          <p:spTgt spid="12"/>
                                        </p:tgtEl>
                                        <p:attrNameLst>
                                          <p:attrName>style.visibility</p:attrName>
                                        </p:attrNameLst>
                                      </p:cBhvr>
                                      <p:to>
                                        <p:strVal val="visible"/>
                                      </p:to>
                                    </p:set>
                                    <p:anim calcmode="lin" valueType="num">
                                      <p:cBhvr>
                                        <p:cTn id="59" dur="500" fill="hold"/>
                                        <p:tgtEl>
                                          <p:spTgt spid="12"/>
                                        </p:tgtEl>
                                        <p:attrNameLst>
                                          <p:attrName>ppt_w</p:attrName>
                                        </p:attrNameLst>
                                      </p:cBhvr>
                                      <p:tavLst>
                                        <p:tav tm="0">
                                          <p:val>
                                            <p:fltVal val="0"/>
                                          </p:val>
                                        </p:tav>
                                        <p:tav tm="100000">
                                          <p:val>
                                            <p:strVal val="#ppt_w"/>
                                          </p:val>
                                        </p:tav>
                                      </p:tavLst>
                                    </p:anim>
                                    <p:anim calcmode="lin" valueType="num">
                                      <p:cBhvr>
                                        <p:cTn id="60" dur="500" fill="hold"/>
                                        <p:tgtEl>
                                          <p:spTgt spid="12"/>
                                        </p:tgtEl>
                                        <p:attrNameLst>
                                          <p:attrName>ppt_h</p:attrName>
                                        </p:attrNameLst>
                                      </p:cBhvr>
                                      <p:tavLst>
                                        <p:tav tm="0">
                                          <p:val>
                                            <p:fltVal val="0"/>
                                          </p:val>
                                        </p:tav>
                                        <p:tav tm="100000">
                                          <p:val>
                                            <p:strVal val="#ppt_h"/>
                                          </p:val>
                                        </p:tav>
                                      </p:tavLst>
                                    </p:anim>
                                    <p:animEffect transition="in" filter="fade">
                                      <p:cBhvr>
                                        <p:cTn id="6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28" grpId="0">
        <p:tmplLst>
          <p:tmpl>
            <p:tnLst>
              <p:par>
                <p:cTn presetID="10" presetClass="entr" presetSubtype="0" fill="hold" nodeType="click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fade">
                      <p:cBhvr>
                        <p:cTn dur="500"/>
                        <p:tgtEl>
                          <p:spTgt spid="28"/>
                        </p:tgtEl>
                      </p:cBhvr>
                    </p:animEffect>
                  </p:childTnLst>
                </p:cTn>
              </p:par>
            </p:tnLst>
          </p:tmpl>
        </p:tmplLst>
      </p:bldP>
      <p:bldP spid="30" grpId="0">
        <p:tmplLst>
          <p:tmpl>
            <p:tnLst>
              <p:par>
                <p:cTn presetID="41" presetClass="entr" presetSubtype="0" fill="hold" nodeType="clickEffect">
                  <p:stCondLst>
                    <p:cond delay="0"/>
                  </p:stCondLst>
                  <p:iterate type="lt">
                    <p:tmPct val="10000"/>
                  </p:iterate>
                  <p:childTnLst>
                    <p:set>
                      <p:cBhvr>
                        <p:cTn dur="1" fill="hold">
                          <p:stCondLst>
                            <p:cond delay="0"/>
                          </p:stCondLst>
                        </p:cTn>
                        <p:tgtEl>
                          <p:spTgt spid="30"/>
                        </p:tgtEl>
                        <p:attrNameLst>
                          <p:attrName>style.visibility</p:attrName>
                        </p:attrNameLst>
                      </p:cBhvr>
                      <p:to>
                        <p:strVal val="visible"/>
                      </p:to>
                    </p:set>
                    <p:anim calcmode="lin" valueType="num">
                      <p:cBhvr>
                        <p:cTn dur="500" fill="hold"/>
                        <p:tgtEl>
                          <p:spTgt spid="30"/>
                        </p:tgtEl>
                        <p:attrNameLst>
                          <p:attrName>ppt_x</p:attrName>
                        </p:attrNameLst>
                      </p:cBhvr>
                      <p:tavLst>
                        <p:tav tm="0">
                          <p:val>
                            <p:strVal val="#ppt_x"/>
                          </p:val>
                        </p:tav>
                        <p:tav tm="50000">
                          <p:val>
                            <p:strVal val="#ppt_x+.1"/>
                          </p:val>
                        </p:tav>
                        <p:tav tm="100000">
                          <p:val>
                            <p:strVal val="#ppt_x"/>
                          </p:val>
                        </p:tav>
                      </p:tavLst>
                    </p:anim>
                    <p:anim calcmode="lin" valueType="num">
                      <p:cBhvr>
                        <p:cTn dur="500" fill="hold"/>
                        <p:tgtEl>
                          <p:spTgt spid="30"/>
                        </p:tgtEl>
                        <p:attrNameLst>
                          <p:attrName>ppt_y</p:attrName>
                        </p:attrNameLst>
                      </p:cBhvr>
                      <p:tavLst>
                        <p:tav tm="0">
                          <p:val>
                            <p:strVal val="#ppt_y"/>
                          </p:val>
                        </p:tav>
                        <p:tav tm="100000">
                          <p:val>
                            <p:strVal val="#ppt_y"/>
                          </p:val>
                        </p:tav>
                      </p:tavLst>
                    </p:anim>
                    <p:anim calcmode="lin" valueType="num">
                      <p:cBhvr>
                        <p:cTn dur="500" fill="hold"/>
                        <p:tgtEl>
                          <p:spTgt spid="30"/>
                        </p:tgtEl>
                        <p:attrNameLst>
                          <p:attrName>ppt_h</p:attrName>
                        </p:attrNameLst>
                      </p:cBhvr>
                      <p:tavLst>
                        <p:tav tm="0">
                          <p:val>
                            <p:strVal val="#ppt_h/10"/>
                          </p:val>
                        </p:tav>
                        <p:tav tm="50000">
                          <p:val>
                            <p:strVal val="#ppt_h+.01"/>
                          </p:val>
                        </p:tav>
                        <p:tav tm="100000">
                          <p:val>
                            <p:strVal val="#ppt_h"/>
                          </p:val>
                        </p:tav>
                      </p:tavLst>
                    </p:anim>
                    <p:anim calcmode="lin" valueType="num">
                      <p:cBhvr>
                        <p:cTn dur="500" fill="hold"/>
                        <p:tgtEl>
                          <p:spTgt spid="30"/>
                        </p:tgtEl>
                        <p:attrNameLst>
                          <p:attrName>ppt_w</p:attrName>
                        </p:attrNameLst>
                      </p:cBhvr>
                      <p:tavLst>
                        <p:tav tm="0">
                          <p:val>
                            <p:strVal val="#ppt_w/10"/>
                          </p:val>
                        </p:tav>
                        <p:tav tm="50000">
                          <p:val>
                            <p:strVal val="#ppt_w+.01"/>
                          </p:val>
                        </p:tav>
                        <p:tav tm="100000">
                          <p:val>
                            <p:strVal val="#ppt_w"/>
                          </p:val>
                        </p:tav>
                      </p:tavLst>
                    </p:anim>
                    <p:animEffect transition="in" filter="fade">
                      <p:cBhvr>
                        <p:cTn dur="500" tmFilter="0,0; .5, 1; 1, 1"/>
                        <p:tgtEl>
                          <p:spTgt spid="30"/>
                        </p:tgtEl>
                      </p:cBhvr>
                    </p:animEffect>
                  </p:childTnLst>
                </p:cTn>
              </p:par>
            </p:tnLst>
          </p:tmpl>
        </p:tmplLst>
      </p:bldP>
      <p:bldP spid="31" grpId="0">
        <p:tmplLst>
          <p:tmpl>
            <p:tnLst>
              <p:par>
                <p:cTn presetID="41" presetClass="entr" presetSubtype="0" fill="hold" nodeType="clickEffect">
                  <p:stCondLst>
                    <p:cond delay="0"/>
                  </p:stCondLst>
                  <p:iterate type="lt">
                    <p:tmPct val="10000"/>
                  </p:iterate>
                  <p:childTnLst>
                    <p:set>
                      <p:cBhvr>
                        <p:cTn dur="1" fill="hold">
                          <p:stCondLst>
                            <p:cond delay="0"/>
                          </p:stCondLst>
                        </p:cTn>
                        <p:tgtEl>
                          <p:spTgt spid="31"/>
                        </p:tgtEl>
                        <p:attrNameLst>
                          <p:attrName>style.visibility</p:attrName>
                        </p:attrNameLst>
                      </p:cBhvr>
                      <p:to>
                        <p:strVal val="visible"/>
                      </p:to>
                    </p:set>
                    <p:anim calcmode="lin" valueType="num">
                      <p:cBhvr>
                        <p:cTn dur="500" fill="hold"/>
                        <p:tgtEl>
                          <p:spTgt spid="31"/>
                        </p:tgtEl>
                        <p:attrNameLst>
                          <p:attrName>ppt_x</p:attrName>
                        </p:attrNameLst>
                      </p:cBhvr>
                      <p:tavLst>
                        <p:tav tm="0">
                          <p:val>
                            <p:strVal val="#ppt_x"/>
                          </p:val>
                        </p:tav>
                        <p:tav tm="50000">
                          <p:val>
                            <p:strVal val="#ppt_x+.1"/>
                          </p:val>
                        </p:tav>
                        <p:tav tm="100000">
                          <p:val>
                            <p:strVal val="#ppt_x"/>
                          </p:val>
                        </p:tav>
                      </p:tavLst>
                    </p:anim>
                    <p:anim calcmode="lin" valueType="num">
                      <p:cBhvr>
                        <p:cTn dur="500" fill="hold"/>
                        <p:tgtEl>
                          <p:spTgt spid="31"/>
                        </p:tgtEl>
                        <p:attrNameLst>
                          <p:attrName>ppt_y</p:attrName>
                        </p:attrNameLst>
                      </p:cBhvr>
                      <p:tavLst>
                        <p:tav tm="0">
                          <p:val>
                            <p:strVal val="#ppt_y"/>
                          </p:val>
                        </p:tav>
                        <p:tav tm="100000">
                          <p:val>
                            <p:strVal val="#ppt_y"/>
                          </p:val>
                        </p:tav>
                      </p:tavLst>
                    </p:anim>
                    <p:anim calcmode="lin" valueType="num">
                      <p:cBhvr>
                        <p:cTn dur="500" fill="hold"/>
                        <p:tgtEl>
                          <p:spTgt spid="31"/>
                        </p:tgtEl>
                        <p:attrNameLst>
                          <p:attrName>ppt_h</p:attrName>
                        </p:attrNameLst>
                      </p:cBhvr>
                      <p:tavLst>
                        <p:tav tm="0">
                          <p:val>
                            <p:strVal val="#ppt_h/10"/>
                          </p:val>
                        </p:tav>
                        <p:tav tm="50000">
                          <p:val>
                            <p:strVal val="#ppt_h+.01"/>
                          </p:val>
                        </p:tav>
                        <p:tav tm="100000">
                          <p:val>
                            <p:strVal val="#ppt_h"/>
                          </p:val>
                        </p:tav>
                      </p:tavLst>
                    </p:anim>
                    <p:anim calcmode="lin" valueType="num">
                      <p:cBhvr>
                        <p:cTn dur="500" fill="hold"/>
                        <p:tgtEl>
                          <p:spTgt spid="31"/>
                        </p:tgtEl>
                        <p:attrNameLst>
                          <p:attrName>ppt_w</p:attrName>
                        </p:attrNameLst>
                      </p:cBhvr>
                      <p:tavLst>
                        <p:tav tm="0">
                          <p:val>
                            <p:strVal val="#ppt_w/10"/>
                          </p:val>
                        </p:tav>
                        <p:tav tm="50000">
                          <p:val>
                            <p:strVal val="#ppt_w+.01"/>
                          </p:val>
                        </p:tav>
                        <p:tav tm="100000">
                          <p:val>
                            <p:strVal val="#ppt_w"/>
                          </p:val>
                        </p:tav>
                      </p:tavLst>
                    </p:anim>
                    <p:animEffect transition="in" filter="fade">
                      <p:cBhvr>
                        <p:cTn dur="500" tmFilter="0,0; .5, 1; 1, 1"/>
                        <p:tgtEl>
                          <p:spTgt spid="31"/>
                        </p:tgtEl>
                      </p:cBhvr>
                    </p:animEffect>
                  </p:childTnLst>
                </p:cTn>
              </p:par>
            </p:tnLst>
          </p:tmpl>
        </p:tmplLst>
      </p:bldP>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pic>
        <p:nvPicPr>
          <p:cNvPr id="9" name="图片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5748" y="263016"/>
            <a:ext cx="2165743" cy="423430"/>
          </a:xfrm>
          <a:prstGeom prst="rect">
            <a:avLst/>
          </a:prstGeom>
        </p:spPr>
      </p:pic>
    </p:spTree>
    <p:extLst>
      <p:ext uri="{BB962C8B-B14F-4D97-AF65-F5344CB8AC3E}">
        <p14:creationId xmlns:p14="http://schemas.microsoft.com/office/powerpoint/2010/main" val="3307340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5748" y="263016"/>
            <a:ext cx="2165743" cy="423430"/>
          </a:xfrm>
          <a:prstGeom prst="rect">
            <a:avLst/>
          </a:prstGeom>
        </p:spPr>
      </p:pic>
    </p:spTree>
    <p:extLst>
      <p:ext uri="{BB962C8B-B14F-4D97-AF65-F5344CB8AC3E}">
        <p14:creationId xmlns:p14="http://schemas.microsoft.com/office/powerpoint/2010/main" val="806193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sp>
        <p:nvSpPr>
          <p:cNvPr id="18" name="TextBox 15"/>
          <p:cNvSpPr txBox="1"/>
          <p:nvPr userDrawn="1"/>
        </p:nvSpPr>
        <p:spPr>
          <a:xfrm>
            <a:off x="10800524" y="322661"/>
            <a:ext cx="895129" cy="461665"/>
          </a:xfrm>
          <a:prstGeom prst="rect">
            <a:avLst/>
          </a:prstGeom>
          <a:noFill/>
        </p:spPr>
        <p:txBody>
          <a:bodyPr wrap="square" rtlCol="0">
            <a:spAutoFit/>
          </a:bodyPr>
          <a:lstStyle/>
          <a:p>
            <a:pPr algn="ctr"/>
            <a:fld id="{2EEF1883-7A0E-4F66-9932-E581691AD397}" type="slidenum">
              <a:rPr lang="zh-CN" altLang="en-US" sz="2400" b="0" smtClean="0">
                <a:solidFill>
                  <a:schemeClr val="accent1"/>
                </a:solidFill>
                <a:latin typeface="微软雅黑 Light" panose="020B0502040204020203" pitchFamily="34" charset="-122"/>
                <a:ea typeface="微软雅黑 Light" panose="020B0502040204020203" pitchFamily="34" charset="-122"/>
              </a:rPr>
              <a:pPr algn="ctr"/>
              <a:t>‹#›</a:t>
            </a:fld>
            <a:r>
              <a:rPr lang="zh-CN" altLang="en-US" sz="2400" b="0" dirty="0">
                <a:solidFill>
                  <a:schemeClr val="accent1"/>
                </a:solidFill>
                <a:latin typeface="微软雅黑 Light" panose="020B0502040204020203" pitchFamily="34" charset="-122"/>
                <a:ea typeface="微软雅黑 Light" panose="020B0502040204020203" pitchFamily="34" charset="-122"/>
              </a:rPr>
              <a:t> </a:t>
            </a:r>
          </a:p>
        </p:txBody>
      </p:sp>
    </p:spTree>
    <p:extLst>
      <p:ext uri="{BB962C8B-B14F-4D97-AF65-F5344CB8AC3E}">
        <p14:creationId xmlns:p14="http://schemas.microsoft.com/office/powerpoint/2010/main" val="1251074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sp>
        <p:nvSpPr>
          <p:cNvPr id="18" name="TextBox 15"/>
          <p:cNvSpPr txBox="1"/>
          <p:nvPr userDrawn="1"/>
        </p:nvSpPr>
        <p:spPr>
          <a:xfrm>
            <a:off x="10800524" y="322661"/>
            <a:ext cx="895129" cy="461665"/>
          </a:xfrm>
          <a:prstGeom prst="rect">
            <a:avLst/>
          </a:prstGeom>
          <a:noFill/>
        </p:spPr>
        <p:txBody>
          <a:bodyPr wrap="square" rtlCol="0">
            <a:spAutoFit/>
          </a:bodyPr>
          <a:lstStyle/>
          <a:p>
            <a:pPr algn="ctr"/>
            <a:fld id="{2EEF1883-7A0E-4F66-9932-E581691AD397}" type="slidenum">
              <a:rPr lang="zh-CN" altLang="en-US" sz="2400" b="0" smtClean="0">
                <a:solidFill>
                  <a:schemeClr val="accent1"/>
                </a:solidFill>
                <a:latin typeface="微软雅黑 Light" panose="020B0502040204020203" pitchFamily="34" charset="-122"/>
                <a:ea typeface="微软雅黑 Light" panose="020B0502040204020203" pitchFamily="34" charset="-122"/>
              </a:rPr>
              <a:pPr algn="ctr"/>
              <a:t>‹#›</a:t>
            </a:fld>
            <a:r>
              <a:rPr lang="zh-CN" altLang="en-US" sz="2400" b="0" dirty="0">
                <a:solidFill>
                  <a:schemeClr val="accent1"/>
                </a:solidFill>
                <a:latin typeface="微软雅黑 Light" panose="020B0502040204020203" pitchFamily="34" charset="-122"/>
                <a:ea typeface="微软雅黑 Light" panose="020B0502040204020203" pitchFamily="34" charset="-122"/>
              </a:rPr>
              <a:t> </a:t>
            </a:r>
          </a:p>
        </p:txBody>
      </p:sp>
    </p:spTree>
    <p:extLst>
      <p:ext uri="{BB962C8B-B14F-4D97-AF65-F5344CB8AC3E}">
        <p14:creationId xmlns:p14="http://schemas.microsoft.com/office/powerpoint/2010/main" val="2250633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cSld name="1_空白">
    <p:bg>
      <p:bgPr>
        <a:blipFill dpi="0" rotWithShape="1">
          <a:blip r:embed="rId2" cstate="print">
            <a:lum/>
          </a:blip>
          <a:srcRect/>
          <a:stretch>
            <a:fillRect t="-38000" b="-38000"/>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3576146-C38A-4DCD-84CF-81CDB3891966}" type="datetimeFigureOut">
              <a:rPr lang="zh-CN" altLang="en-US" smtClean="0"/>
              <a:pPr/>
              <a:t>2026/5/13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CC2AFFC-7EC3-4C38-B0B1-7FABB7B56367}" type="slidenum">
              <a:rPr lang="zh-CN" altLang="en-US" smtClean="0"/>
              <a:pPr/>
              <a:t>‹#›</a:t>
            </a:fld>
            <a:endParaRPr lang="zh-CN" altLang="en-US"/>
          </a:p>
        </p:txBody>
      </p:sp>
      <p:pic>
        <p:nvPicPr>
          <p:cNvPr id="6" name="图片 5"/>
          <p:cNvPicPr>
            <a:picLocks noChangeAspect="1"/>
          </p:cNvPicPr>
          <p:nvPr userDrawn="1"/>
        </p:nvPicPr>
        <p:blipFill rotWithShape="1">
          <a:blip r:embed="rId3" cstate="print">
            <a:extLst>
              <a:ext uri="{28A0092B-C50C-407E-A947-70E740481C1C}">
                <a14:useLocalDpi xmlns:a14="http://schemas.microsoft.com/office/drawing/2010/main" val="0"/>
              </a:ext>
            </a:extLst>
          </a:blip>
          <a:srcRect l="73867" t="8001" r="10858" b="57000"/>
          <a:stretch>
            <a:fillRect/>
          </a:stretch>
        </p:blipFill>
        <p:spPr>
          <a:xfrm>
            <a:off x="10655829" y="-45744"/>
            <a:ext cx="1536171" cy="2400267"/>
          </a:xfrm>
          <a:prstGeom prst="rect">
            <a:avLst/>
          </a:prstGeom>
        </p:spPr>
      </p:pic>
      <p:grpSp>
        <p:nvGrpSpPr>
          <p:cNvPr id="9" name="组合 8"/>
          <p:cNvGrpSpPr/>
          <p:nvPr userDrawn="1"/>
        </p:nvGrpSpPr>
        <p:grpSpPr>
          <a:xfrm>
            <a:off x="13014" y="322345"/>
            <a:ext cx="1537995" cy="864096"/>
            <a:chOff x="9761" y="241759"/>
            <a:chExt cx="1153496" cy="648072"/>
          </a:xfrm>
        </p:grpSpPr>
        <p:pic>
          <p:nvPicPr>
            <p:cNvPr id="7" name="图片 6"/>
            <p:cNvPicPr>
              <a:picLocks noChangeAspect="1"/>
            </p:cNvPicPr>
            <p:nvPr userDrawn="1"/>
          </p:nvPicPr>
          <p:blipFill rotWithShape="1">
            <a:blip r:embed="rId3" cstate="print">
              <a:extLst>
                <a:ext uri="{28A0092B-C50C-407E-A947-70E740481C1C}">
                  <a14:useLocalDpi xmlns:a14="http://schemas.microsoft.com/office/drawing/2010/main" val="0"/>
                </a:ext>
              </a:extLst>
            </a:blip>
            <a:srcRect r="84657" b="60713"/>
            <a:stretch>
              <a:fillRect/>
            </a:stretch>
          </p:blipFill>
          <p:spPr>
            <a:xfrm rot="16200000">
              <a:off x="251520" y="0"/>
              <a:ext cx="648072" cy="1131590"/>
            </a:xfrm>
            <a:prstGeom prst="rect">
              <a:avLst/>
            </a:prstGeom>
          </p:spPr>
        </p:pic>
        <p:pic>
          <p:nvPicPr>
            <p:cNvPr id="8" name="图片 7"/>
            <p:cNvPicPr>
              <a:picLocks noChangeAspect="1"/>
            </p:cNvPicPr>
            <p:nvPr userDrawn="1"/>
          </p:nvPicPr>
          <p:blipFill rotWithShape="1">
            <a:blip r:embed="rId4" cstate="print">
              <a:extLst>
                <a:ext uri="{28A0092B-C50C-407E-A947-70E740481C1C}">
                  <a14:useLocalDpi xmlns:a14="http://schemas.microsoft.com/office/drawing/2010/main" val="0"/>
                </a:ext>
              </a:extLst>
            </a:blip>
            <a:srcRect t="21261"/>
            <a:stretch>
              <a:fillRect/>
            </a:stretch>
          </p:blipFill>
          <p:spPr>
            <a:xfrm rot="16200000">
              <a:off x="331797" y="34332"/>
              <a:ext cx="607167" cy="1055752"/>
            </a:xfrm>
            <a:prstGeom prst="rect">
              <a:avLst/>
            </a:prstGeom>
          </p:spPr>
        </p:pic>
      </p:grpSp>
      <p:pic>
        <p:nvPicPr>
          <p:cNvPr id="10" name="图片 9"/>
          <p:cNvPicPr>
            <a:picLocks noChangeAspect="1"/>
          </p:cNvPicPr>
          <p:nvPr userDrawn="1"/>
        </p:nvPicPr>
        <p:blipFill rotWithShape="1">
          <a:blip r:embed="rId5" cstate="print">
            <a:extLst>
              <a:ext uri="{28A0092B-C50C-407E-A947-70E740481C1C}">
                <a14:useLocalDpi xmlns:a14="http://schemas.microsoft.com/office/drawing/2010/main" val="0"/>
              </a:ext>
            </a:extLst>
          </a:blip>
          <a:srcRect b="35719"/>
          <a:stretch>
            <a:fillRect/>
          </a:stretch>
        </p:blipFill>
        <p:spPr>
          <a:xfrm>
            <a:off x="0" y="2615308"/>
            <a:ext cx="12192000" cy="4146819"/>
          </a:xfrm>
          <a:prstGeom prst="rect">
            <a:avLst/>
          </a:prstGeom>
        </p:spPr>
      </p:pic>
    </p:spTree>
    <p:extLst>
      <p:ext uri="{BB962C8B-B14F-4D97-AF65-F5344CB8AC3E}">
        <p14:creationId xmlns:p14="http://schemas.microsoft.com/office/powerpoint/2010/main" val="284675780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5748" y="263016"/>
            <a:ext cx="2165743" cy="423430"/>
          </a:xfrm>
          <a:prstGeom prst="rect">
            <a:avLst/>
          </a:prstGeom>
        </p:spPr>
      </p:pic>
    </p:spTree>
    <p:extLst>
      <p:ext uri="{BB962C8B-B14F-4D97-AF65-F5344CB8AC3E}">
        <p14:creationId xmlns:p14="http://schemas.microsoft.com/office/powerpoint/2010/main" val="3428114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7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5748" y="263016"/>
            <a:ext cx="2165743" cy="423430"/>
          </a:xfrm>
          <a:prstGeom prst="rect">
            <a:avLst/>
          </a:prstGeom>
        </p:spPr>
      </p:pic>
    </p:spTree>
    <p:extLst>
      <p:ext uri="{BB962C8B-B14F-4D97-AF65-F5344CB8AC3E}">
        <p14:creationId xmlns:p14="http://schemas.microsoft.com/office/powerpoint/2010/main" val="2426325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8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5748" y="263016"/>
            <a:ext cx="2165743" cy="423430"/>
          </a:xfrm>
          <a:prstGeom prst="rect">
            <a:avLst/>
          </a:prstGeom>
        </p:spPr>
      </p:pic>
    </p:spTree>
    <p:extLst>
      <p:ext uri="{BB962C8B-B14F-4D97-AF65-F5344CB8AC3E}">
        <p14:creationId xmlns:p14="http://schemas.microsoft.com/office/powerpoint/2010/main" val="66895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9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5748" y="263016"/>
            <a:ext cx="2165743" cy="423430"/>
          </a:xfrm>
          <a:prstGeom prst="rect">
            <a:avLst/>
          </a:prstGeom>
        </p:spPr>
      </p:pic>
    </p:spTree>
    <p:extLst>
      <p:ext uri="{BB962C8B-B14F-4D97-AF65-F5344CB8AC3E}">
        <p14:creationId xmlns:p14="http://schemas.microsoft.com/office/powerpoint/2010/main" val="3686143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0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sp>
        <p:nvSpPr>
          <p:cNvPr id="18" name="TextBox 15"/>
          <p:cNvSpPr txBox="1"/>
          <p:nvPr userDrawn="1"/>
        </p:nvSpPr>
        <p:spPr>
          <a:xfrm>
            <a:off x="10800524" y="322661"/>
            <a:ext cx="895129" cy="461665"/>
          </a:xfrm>
          <a:prstGeom prst="rect">
            <a:avLst/>
          </a:prstGeom>
          <a:noFill/>
        </p:spPr>
        <p:txBody>
          <a:bodyPr wrap="square" rtlCol="0">
            <a:spAutoFit/>
          </a:bodyPr>
          <a:lstStyle/>
          <a:p>
            <a:pPr algn="ctr"/>
            <a:fld id="{2EEF1883-7A0E-4F66-9932-E581691AD397}" type="slidenum">
              <a:rPr lang="zh-CN" altLang="en-US" sz="2400" b="0" smtClean="0">
                <a:solidFill>
                  <a:schemeClr val="accent1"/>
                </a:solidFill>
                <a:latin typeface="微软雅黑 Light" panose="020B0502040204020203" pitchFamily="34" charset="-122"/>
                <a:ea typeface="微软雅黑 Light" panose="020B0502040204020203" pitchFamily="34" charset="-122"/>
              </a:rPr>
              <a:pPr algn="ctr"/>
              <a:t>‹#›</a:t>
            </a:fld>
            <a:r>
              <a:rPr lang="zh-CN" altLang="en-US" sz="2400" b="0" dirty="0">
                <a:solidFill>
                  <a:schemeClr val="accent1"/>
                </a:solidFill>
                <a:latin typeface="微软雅黑 Light" panose="020B0502040204020203" pitchFamily="34" charset="-122"/>
                <a:ea typeface="微软雅黑 Light" panose="020B0502040204020203" pitchFamily="34" charset="-122"/>
              </a:rPr>
              <a:t> </a:t>
            </a:r>
          </a:p>
        </p:txBody>
      </p:sp>
    </p:spTree>
    <p:extLst>
      <p:ext uri="{BB962C8B-B14F-4D97-AF65-F5344CB8AC3E}">
        <p14:creationId xmlns:p14="http://schemas.microsoft.com/office/powerpoint/2010/main" val="110143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1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sp>
        <p:nvSpPr>
          <p:cNvPr id="18" name="TextBox 15"/>
          <p:cNvSpPr txBox="1"/>
          <p:nvPr userDrawn="1"/>
        </p:nvSpPr>
        <p:spPr>
          <a:xfrm>
            <a:off x="10800524" y="322661"/>
            <a:ext cx="895129" cy="461665"/>
          </a:xfrm>
          <a:prstGeom prst="rect">
            <a:avLst/>
          </a:prstGeom>
          <a:noFill/>
        </p:spPr>
        <p:txBody>
          <a:bodyPr wrap="square" rtlCol="0">
            <a:spAutoFit/>
          </a:bodyPr>
          <a:lstStyle/>
          <a:p>
            <a:pPr algn="ctr"/>
            <a:fld id="{2EEF1883-7A0E-4F66-9932-E581691AD397}" type="slidenum">
              <a:rPr lang="zh-CN" altLang="en-US" sz="2400" b="0" smtClean="0">
                <a:solidFill>
                  <a:schemeClr val="accent1"/>
                </a:solidFill>
                <a:latin typeface="微软雅黑 Light" panose="020B0502040204020203" pitchFamily="34" charset="-122"/>
                <a:ea typeface="微软雅黑 Light" panose="020B0502040204020203" pitchFamily="34" charset="-122"/>
              </a:rPr>
              <a:pPr algn="ctr"/>
              <a:t>‹#›</a:t>
            </a:fld>
            <a:r>
              <a:rPr lang="zh-CN" altLang="en-US" sz="2400" b="0" dirty="0">
                <a:solidFill>
                  <a:schemeClr val="accent1"/>
                </a:solidFill>
                <a:latin typeface="微软雅黑 Light" panose="020B0502040204020203" pitchFamily="34" charset="-122"/>
                <a:ea typeface="微软雅黑 Light" panose="020B0502040204020203" pitchFamily="34" charset="-122"/>
              </a:rPr>
              <a:t> </a:t>
            </a:r>
          </a:p>
        </p:txBody>
      </p:sp>
    </p:spTree>
    <p:extLst>
      <p:ext uri="{BB962C8B-B14F-4D97-AF65-F5344CB8AC3E}">
        <p14:creationId xmlns:p14="http://schemas.microsoft.com/office/powerpoint/2010/main" val="1957969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2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sp>
        <p:nvSpPr>
          <p:cNvPr id="18" name="TextBox 15"/>
          <p:cNvSpPr txBox="1"/>
          <p:nvPr userDrawn="1"/>
        </p:nvSpPr>
        <p:spPr>
          <a:xfrm>
            <a:off x="10800524" y="322661"/>
            <a:ext cx="895129" cy="461665"/>
          </a:xfrm>
          <a:prstGeom prst="rect">
            <a:avLst/>
          </a:prstGeom>
          <a:noFill/>
        </p:spPr>
        <p:txBody>
          <a:bodyPr wrap="square" rtlCol="0">
            <a:spAutoFit/>
          </a:bodyPr>
          <a:lstStyle/>
          <a:p>
            <a:pPr algn="ctr"/>
            <a:fld id="{2EEF1883-7A0E-4F66-9932-E581691AD397}" type="slidenum">
              <a:rPr lang="zh-CN" altLang="en-US" sz="2400" b="0" smtClean="0">
                <a:solidFill>
                  <a:schemeClr val="accent1"/>
                </a:solidFill>
                <a:latin typeface="微软雅黑 Light" panose="020B0502040204020203" pitchFamily="34" charset="-122"/>
                <a:ea typeface="微软雅黑 Light" panose="020B0502040204020203" pitchFamily="34" charset="-122"/>
              </a:rPr>
              <a:pPr algn="ctr"/>
              <a:t>‹#›</a:t>
            </a:fld>
            <a:r>
              <a:rPr lang="zh-CN" altLang="en-US" sz="2400" b="0" dirty="0">
                <a:solidFill>
                  <a:schemeClr val="accent1"/>
                </a:solidFill>
                <a:latin typeface="微软雅黑 Light" panose="020B0502040204020203" pitchFamily="34" charset="-122"/>
                <a:ea typeface="微软雅黑 Light" panose="020B0502040204020203" pitchFamily="34" charset="-122"/>
              </a:rPr>
              <a:t> </a:t>
            </a:r>
          </a:p>
        </p:txBody>
      </p:sp>
    </p:spTree>
    <p:extLst>
      <p:ext uri="{BB962C8B-B14F-4D97-AF65-F5344CB8AC3E}">
        <p14:creationId xmlns:p14="http://schemas.microsoft.com/office/powerpoint/2010/main" val="3139017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3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sp>
        <p:nvSpPr>
          <p:cNvPr id="18" name="TextBox 15"/>
          <p:cNvSpPr txBox="1"/>
          <p:nvPr userDrawn="1"/>
        </p:nvSpPr>
        <p:spPr>
          <a:xfrm>
            <a:off x="10800524" y="322661"/>
            <a:ext cx="895129" cy="461665"/>
          </a:xfrm>
          <a:prstGeom prst="rect">
            <a:avLst/>
          </a:prstGeom>
          <a:noFill/>
        </p:spPr>
        <p:txBody>
          <a:bodyPr wrap="square" rtlCol="0">
            <a:spAutoFit/>
          </a:bodyPr>
          <a:lstStyle/>
          <a:p>
            <a:pPr algn="ctr"/>
            <a:fld id="{2EEF1883-7A0E-4F66-9932-E581691AD397}" type="slidenum">
              <a:rPr lang="zh-CN" altLang="en-US" sz="2400" b="0" smtClean="0">
                <a:solidFill>
                  <a:schemeClr val="accent1"/>
                </a:solidFill>
                <a:latin typeface="微软雅黑 Light" panose="020B0502040204020203" pitchFamily="34" charset="-122"/>
                <a:ea typeface="微软雅黑 Light" panose="020B0502040204020203" pitchFamily="34" charset="-122"/>
              </a:rPr>
              <a:pPr algn="ctr"/>
              <a:t>‹#›</a:t>
            </a:fld>
            <a:r>
              <a:rPr lang="zh-CN" altLang="en-US" sz="2400" b="0" dirty="0">
                <a:solidFill>
                  <a:schemeClr val="accent1"/>
                </a:solidFill>
                <a:latin typeface="微软雅黑 Light" panose="020B0502040204020203" pitchFamily="34" charset="-122"/>
                <a:ea typeface="微软雅黑 Light" panose="020B0502040204020203" pitchFamily="34" charset="-122"/>
              </a:rPr>
              <a:t> </a:t>
            </a:r>
          </a:p>
        </p:txBody>
      </p:sp>
    </p:spTree>
    <p:extLst>
      <p:ext uri="{BB962C8B-B14F-4D97-AF65-F5344CB8AC3E}">
        <p14:creationId xmlns:p14="http://schemas.microsoft.com/office/powerpoint/2010/main" val="1794361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4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sp>
        <p:nvSpPr>
          <p:cNvPr id="18" name="TextBox 15"/>
          <p:cNvSpPr txBox="1"/>
          <p:nvPr userDrawn="1"/>
        </p:nvSpPr>
        <p:spPr>
          <a:xfrm>
            <a:off x="10800524" y="322661"/>
            <a:ext cx="895129" cy="461665"/>
          </a:xfrm>
          <a:prstGeom prst="rect">
            <a:avLst/>
          </a:prstGeom>
          <a:noFill/>
        </p:spPr>
        <p:txBody>
          <a:bodyPr wrap="square" rtlCol="0">
            <a:spAutoFit/>
          </a:bodyPr>
          <a:lstStyle/>
          <a:p>
            <a:pPr algn="ctr"/>
            <a:fld id="{2EEF1883-7A0E-4F66-9932-E581691AD397}" type="slidenum">
              <a:rPr lang="zh-CN" altLang="en-US" sz="2400" b="0" smtClean="0">
                <a:solidFill>
                  <a:schemeClr val="accent1"/>
                </a:solidFill>
                <a:latin typeface="微软雅黑 Light" panose="020B0502040204020203" pitchFamily="34" charset="-122"/>
                <a:ea typeface="微软雅黑 Light" panose="020B0502040204020203" pitchFamily="34" charset="-122"/>
              </a:rPr>
              <a:pPr algn="ctr"/>
              <a:t>‹#›</a:t>
            </a:fld>
            <a:r>
              <a:rPr lang="zh-CN" altLang="en-US" sz="2400" b="0" dirty="0">
                <a:solidFill>
                  <a:schemeClr val="accent1"/>
                </a:solidFill>
                <a:latin typeface="微软雅黑 Light" panose="020B0502040204020203" pitchFamily="34" charset="-122"/>
                <a:ea typeface="微软雅黑 Light" panose="020B0502040204020203" pitchFamily="34" charset="-122"/>
              </a:rPr>
              <a:t> </a:t>
            </a:r>
          </a:p>
        </p:txBody>
      </p:sp>
    </p:spTree>
    <p:extLst>
      <p:ext uri="{BB962C8B-B14F-4D97-AF65-F5344CB8AC3E}">
        <p14:creationId xmlns:p14="http://schemas.microsoft.com/office/powerpoint/2010/main" val="2203390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5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sp>
        <p:nvSpPr>
          <p:cNvPr id="18" name="TextBox 15"/>
          <p:cNvSpPr txBox="1"/>
          <p:nvPr userDrawn="1"/>
        </p:nvSpPr>
        <p:spPr>
          <a:xfrm>
            <a:off x="10800524" y="322661"/>
            <a:ext cx="895129" cy="461665"/>
          </a:xfrm>
          <a:prstGeom prst="rect">
            <a:avLst/>
          </a:prstGeom>
          <a:noFill/>
        </p:spPr>
        <p:txBody>
          <a:bodyPr wrap="square" rtlCol="0">
            <a:spAutoFit/>
          </a:bodyPr>
          <a:lstStyle/>
          <a:p>
            <a:pPr algn="ctr"/>
            <a:fld id="{2EEF1883-7A0E-4F66-9932-E581691AD397}" type="slidenum">
              <a:rPr lang="zh-CN" altLang="en-US" sz="2400" b="0" smtClean="0">
                <a:solidFill>
                  <a:schemeClr val="accent1"/>
                </a:solidFill>
                <a:latin typeface="微软雅黑 Light" panose="020B0502040204020203" pitchFamily="34" charset="-122"/>
                <a:ea typeface="微软雅黑 Light" panose="020B0502040204020203" pitchFamily="34" charset="-122"/>
              </a:rPr>
              <a:pPr algn="ctr"/>
              <a:t>‹#›</a:t>
            </a:fld>
            <a:r>
              <a:rPr lang="zh-CN" altLang="en-US" sz="2400" b="0" dirty="0">
                <a:solidFill>
                  <a:schemeClr val="accent1"/>
                </a:solidFill>
                <a:latin typeface="微软雅黑 Light" panose="020B0502040204020203" pitchFamily="34" charset="-122"/>
                <a:ea typeface="微软雅黑 Light" panose="020B0502040204020203" pitchFamily="34" charset="-122"/>
              </a:rPr>
              <a:t> </a:t>
            </a:r>
          </a:p>
        </p:txBody>
      </p:sp>
    </p:spTree>
    <p:extLst>
      <p:ext uri="{BB962C8B-B14F-4D97-AF65-F5344CB8AC3E}">
        <p14:creationId xmlns:p14="http://schemas.microsoft.com/office/powerpoint/2010/main" val="2502815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6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sp>
        <p:nvSpPr>
          <p:cNvPr id="18" name="TextBox 15"/>
          <p:cNvSpPr txBox="1"/>
          <p:nvPr userDrawn="1"/>
        </p:nvSpPr>
        <p:spPr>
          <a:xfrm>
            <a:off x="10800524" y="322661"/>
            <a:ext cx="895129" cy="461665"/>
          </a:xfrm>
          <a:prstGeom prst="rect">
            <a:avLst/>
          </a:prstGeom>
          <a:noFill/>
        </p:spPr>
        <p:txBody>
          <a:bodyPr wrap="square" rtlCol="0">
            <a:spAutoFit/>
          </a:bodyPr>
          <a:lstStyle/>
          <a:p>
            <a:pPr algn="ctr"/>
            <a:fld id="{2EEF1883-7A0E-4F66-9932-E581691AD397}" type="slidenum">
              <a:rPr lang="zh-CN" altLang="en-US" sz="2400" b="0" smtClean="0">
                <a:solidFill>
                  <a:schemeClr val="accent1"/>
                </a:solidFill>
                <a:latin typeface="微软雅黑 Light" panose="020B0502040204020203" pitchFamily="34" charset="-122"/>
                <a:ea typeface="微软雅黑 Light" panose="020B0502040204020203" pitchFamily="34" charset="-122"/>
              </a:rPr>
              <a:pPr algn="ctr"/>
              <a:t>‹#›</a:t>
            </a:fld>
            <a:r>
              <a:rPr lang="zh-CN" altLang="en-US" sz="2400" b="0" dirty="0">
                <a:solidFill>
                  <a:schemeClr val="accent1"/>
                </a:solidFill>
                <a:latin typeface="微软雅黑 Light" panose="020B0502040204020203" pitchFamily="34" charset="-122"/>
                <a:ea typeface="微软雅黑 Light" panose="020B0502040204020203" pitchFamily="34" charset="-122"/>
              </a:rPr>
              <a:t> </a:t>
            </a:r>
          </a:p>
        </p:txBody>
      </p:sp>
    </p:spTree>
    <p:extLst>
      <p:ext uri="{BB962C8B-B14F-4D97-AF65-F5344CB8AC3E}">
        <p14:creationId xmlns:p14="http://schemas.microsoft.com/office/powerpoint/2010/main" val="4135997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7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sp>
        <p:nvSpPr>
          <p:cNvPr id="18" name="TextBox 15"/>
          <p:cNvSpPr txBox="1"/>
          <p:nvPr userDrawn="1"/>
        </p:nvSpPr>
        <p:spPr>
          <a:xfrm>
            <a:off x="10800524" y="322661"/>
            <a:ext cx="895129" cy="461665"/>
          </a:xfrm>
          <a:prstGeom prst="rect">
            <a:avLst/>
          </a:prstGeom>
          <a:noFill/>
        </p:spPr>
        <p:txBody>
          <a:bodyPr wrap="square" rtlCol="0">
            <a:spAutoFit/>
          </a:bodyPr>
          <a:lstStyle/>
          <a:p>
            <a:pPr algn="ctr"/>
            <a:fld id="{2EEF1883-7A0E-4F66-9932-E581691AD397}" type="slidenum">
              <a:rPr lang="zh-CN" altLang="en-US" sz="2400" b="0" smtClean="0">
                <a:solidFill>
                  <a:schemeClr val="accent1"/>
                </a:solidFill>
                <a:latin typeface="微软雅黑 Light" panose="020B0502040204020203" pitchFamily="34" charset="-122"/>
                <a:ea typeface="微软雅黑 Light" panose="020B0502040204020203" pitchFamily="34" charset="-122"/>
              </a:rPr>
              <a:pPr algn="ctr"/>
              <a:t>‹#›</a:t>
            </a:fld>
            <a:r>
              <a:rPr lang="zh-CN" altLang="en-US" sz="2400" b="0" dirty="0">
                <a:solidFill>
                  <a:schemeClr val="accent1"/>
                </a:solidFill>
                <a:latin typeface="微软雅黑 Light" panose="020B0502040204020203" pitchFamily="34" charset="-122"/>
                <a:ea typeface="微软雅黑 Light" panose="020B0502040204020203" pitchFamily="34" charset="-122"/>
              </a:rPr>
              <a:t> </a:t>
            </a:r>
          </a:p>
        </p:txBody>
      </p:sp>
    </p:spTree>
    <p:extLst>
      <p:ext uri="{BB962C8B-B14F-4D97-AF65-F5344CB8AC3E}">
        <p14:creationId xmlns:p14="http://schemas.microsoft.com/office/powerpoint/2010/main" val="1506174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8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sp>
        <p:nvSpPr>
          <p:cNvPr id="18" name="TextBox 15"/>
          <p:cNvSpPr txBox="1"/>
          <p:nvPr userDrawn="1"/>
        </p:nvSpPr>
        <p:spPr>
          <a:xfrm>
            <a:off x="10800524" y="322661"/>
            <a:ext cx="895129" cy="461665"/>
          </a:xfrm>
          <a:prstGeom prst="rect">
            <a:avLst/>
          </a:prstGeom>
          <a:noFill/>
        </p:spPr>
        <p:txBody>
          <a:bodyPr wrap="square" rtlCol="0">
            <a:spAutoFit/>
          </a:bodyPr>
          <a:lstStyle/>
          <a:p>
            <a:pPr algn="ctr"/>
            <a:fld id="{2EEF1883-7A0E-4F66-9932-E581691AD397}" type="slidenum">
              <a:rPr lang="zh-CN" altLang="en-US" sz="2400" b="0" smtClean="0">
                <a:solidFill>
                  <a:schemeClr val="accent1"/>
                </a:solidFill>
                <a:latin typeface="微软雅黑 Light" panose="020B0502040204020203" pitchFamily="34" charset="-122"/>
                <a:ea typeface="微软雅黑 Light" panose="020B0502040204020203" pitchFamily="34" charset="-122"/>
              </a:rPr>
              <a:pPr algn="ctr"/>
              <a:t>‹#›</a:t>
            </a:fld>
            <a:r>
              <a:rPr lang="zh-CN" altLang="en-US" sz="2400" b="0" dirty="0">
                <a:solidFill>
                  <a:schemeClr val="accent1"/>
                </a:solidFill>
                <a:latin typeface="微软雅黑 Light" panose="020B0502040204020203" pitchFamily="34" charset="-122"/>
                <a:ea typeface="微软雅黑 Light" panose="020B0502040204020203" pitchFamily="34" charset="-122"/>
              </a:rPr>
              <a:t> </a:t>
            </a:r>
          </a:p>
        </p:txBody>
      </p:sp>
    </p:spTree>
    <p:extLst>
      <p:ext uri="{BB962C8B-B14F-4D97-AF65-F5344CB8AC3E}">
        <p14:creationId xmlns:p14="http://schemas.microsoft.com/office/powerpoint/2010/main" val="2847883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 Type="http://schemas.openxmlformats.org/officeDocument/2006/relationships/slideLayout" Target="../slideLayouts/slideLayout15.xml"/><Relationship Id="rId21" Type="http://schemas.openxmlformats.org/officeDocument/2006/relationships/slideLayout" Target="../slideLayouts/slideLayout33.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29" Type="http://schemas.openxmlformats.org/officeDocument/2006/relationships/slideLayout" Target="../slideLayouts/slideLayout41.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image" Target="../media/image2.png"/><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theme" Target="../theme/theme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9D0B7D6-5D4F-E2AE-8ACF-02B8424C1E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10F99CD-914B-2EF9-CA7A-CA60125D76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899CEB2-F34A-9BC4-2523-503AD5D54F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75816F-D889-4EBB-A72A-199BF2F89077}" type="datetimeFigureOut">
              <a:rPr lang="zh-CN" altLang="en-US" smtClean="0"/>
              <a:t>2026/5/13</a:t>
            </a:fld>
            <a:endParaRPr lang="zh-CN" altLang="en-US"/>
          </a:p>
        </p:txBody>
      </p:sp>
      <p:sp>
        <p:nvSpPr>
          <p:cNvPr id="5" name="页脚占位符 4">
            <a:extLst>
              <a:ext uri="{FF2B5EF4-FFF2-40B4-BE49-F238E27FC236}">
                <a16:creationId xmlns:a16="http://schemas.microsoft.com/office/drawing/2014/main" id="{74A08D05-5268-1974-9ED5-0A2365BC85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F54735A-3A29-3FCF-A4E3-C45325139C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54D9E2-B7D1-4CB6-B3CB-97C4FF199B37}" type="slidenum">
              <a:rPr lang="zh-CN" altLang="en-US" smtClean="0"/>
              <a:t>‹#›</a:t>
            </a:fld>
            <a:endParaRPr lang="zh-CN" altLang="en-US"/>
          </a:p>
        </p:txBody>
      </p:sp>
    </p:spTree>
    <p:extLst>
      <p:ext uri="{BB962C8B-B14F-4D97-AF65-F5344CB8AC3E}">
        <p14:creationId xmlns:p14="http://schemas.microsoft.com/office/powerpoint/2010/main" val="32827618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32" cstate="print">
            <a:lum/>
          </a:blip>
          <a:srcRect/>
          <a:stretch>
            <a:fillRect t="-4000" b="-4000"/>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08C0D0-1766-4EC5-B7DC-EEE60A3E419F}" type="datetimeFigureOut">
              <a:rPr lang="zh-CN" altLang="en-US" smtClean="0"/>
              <a:pPr/>
              <a:t>2026/5/13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4FA6E1-6B83-4935-BD31-F33F54FC6619}" type="slidenum">
              <a:rPr lang="zh-CN" altLang="en-US" smtClean="0"/>
              <a:pPr/>
              <a:t>‹#›</a:t>
            </a:fld>
            <a:endParaRPr lang="zh-CN" altLang="en-US"/>
          </a:p>
        </p:txBody>
      </p:sp>
    </p:spTree>
    <p:extLst>
      <p:ext uri="{BB962C8B-B14F-4D97-AF65-F5344CB8AC3E}">
        <p14:creationId xmlns:p14="http://schemas.microsoft.com/office/powerpoint/2010/main" val="29319975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4.png"/><Relationship Id="rId5" Type="http://schemas.openxmlformats.org/officeDocument/2006/relationships/image" Target="../media/image9.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0" y="2593910"/>
            <a:ext cx="12192000" cy="3415004"/>
          </a:xfrm>
          <a:prstGeom prst="rect">
            <a:avLst/>
          </a:prstGeom>
          <a:solidFill>
            <a:srgbClr val="5B9BD5">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TextBox 40"/>
          <p:cNvSpPr txBox="1"/>
          <p:nvPr/>
        </p:nvSpPr>
        <p:spPr>
          <a:xfrm>
            <a:off x="1166327" y="3196584"/>
            <a:ext cx="9918440" cy="646331"/>
          </a:xfrm>
          <a:prstGeom prst="rect">
            <a:avLst/>
          </a:prstGeom>
          <a:noFill/>
        </p:spPr>
        <p:txBody>
          <a:bodyPr wrap="square" rtlCol="0">
            <a:spAutoFit/>
          </a:bodyPr>
          <a:lstStyle/>
          <a:p>
            <a:pPr algn="ctr"/>
            <a:r>
              <a:rPr lang="zh-CN" altLang="en-US" sz="3600" b="1" dirty="0">
                <a:solidFill>
                  <a:schemeClr val="bg1"/>
                </a:solidFill>
                <a:cs typeface="+mn-ea"/>
                <a:sym typeface="+mn-lt"/>
              </a:rPr>
              <a:t>多模态数据集质量扫描系统</a:t>
            </a:r>
            <a:endParaRPr lang="zh-CN" altLang="en-US" sz="3600" dirty="0">
              <a:solidFill>
                <a:schemeClr val="bg1"/>
              </a:solidFill>
              <a:cs typeface="+mn-ea"/>
              <a:sym typeface="+mn-lt"/>
            </a:endParaRPr>
          </a:p>
        </p:txBody>
      </p:sp>
      <p:sp>
        <p:nvSpPr>
          <p:cNvPr id="27" name="TextBox 41"/>
          <p:cNvSpPr txBox="1"/>
          <p:nvPr/>
        </p:nvSpPr>
        <p:spPr>
          <a:xfrm>
            <a:off x="3644078" y="4290566"/>
            <a:ext cx="4932761" cy="461665"/>
          </a:xfrm>
          <a:prstGeom prst="rect">
            <a:avLst/>
          </a:prstGeom>
          <a:noFill/>
        </p:spPr>
        <p:txBody>
          <a:bodyPr wrap="non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cs typeface="+mn-ea"/>
                <a:sym typeface="+mn-lt"/>
              </a:rPr>
              <a:t>创新创业训练项目  </a:t>
            </a:r>
            <a:r>
              <a:rPr lang="en-US" altLang="zh-CN" sz="2400" dirty="0">
                <a:solidFill>
                  <a:schemeClr val="bg1"/>
                </a:solidFill>
                <a:latin typeface="微软雅黑" panose="020B0503020204020204" pitchFamily="34" charset="-122"/>
                <a:ea typeface="微软雅黑" panose="020B0503020204020204" pitchFamily="34" charset="-122"/>
                <a:cs typeface="+mn-ea"/>
                <a:sym typeface="+mn-lt"/>
              </a:rPr>
              <a:t>·  </a:t>
            </a:r>
            <a:r>
              <a:rPr lang="zh-CN" altLang="en-US" sz="2400" dirty="0">
                <a:solidFill>
                  <a:schemeClr val="bg1"/>
                </a:solidFill>
                <a:latin typeface="微软雅黑" panose="020B0503020204020204" pitchFamily="34" charset="-122"/>
                <a:ea typeface="微软雅黑" panose="020B0503020204020204" pitchFamily="34" charset="-122"/>
                <a:cs typeface="+mn-ea"/>
                <a:sym typeface="+mn-lt"/>
              </a:rPr>
              <a:t>初期成果汇报</a:t>
            </a:r>
          </a:p>
        </p:txBody>
      </p:sp>
      <p:sp>
        <p:nvSpPr>
          <p:cNvPr id="28" name="TextBox 43"/>
          <p:cNvSpPr txBox="1"/>
          <p:nvPr/>
        </p:nvSpPr>
        <p:spPr>
          <a:xfrm>
            <a:off x="5146893" y="4813786"/>
            <a:ext cx="2153154" cy="830997"/>
          </a:xfrm>
          <a:prstGeom prst="rect">
            <a:avLst/>
          </a:prstGeom>
          <a:noFill/>
        </p:spPr>
        <p:txBody>
          <a:bodyPr wrap="none"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cs typeface="+mn-ea"/>
                <a:sym typeface="+mn-lt"/>
              </a:rPr>
              <a:t>组长：徐天一</a:t>
            </a:r>
            <a:endParaRPr lang="en-US" altLang="zh-CN" sz="1600" b="1" dirty="0">
              <a:solidFill>
                <a:schemeClr val="bg1"/>
              </a:solidFill>
              <a:latin typeface="微软雅黑" panose="020B0503020204020204" pitchFamily="34" charset="-122"/>
              <a:ea typeface="微软雅黑" panose="020B0503020204020204" pitchFamily="34" charset="-122"/>
              <a:cs typeface="+mn-ea"/>
              <a:sym typeface="+mn-lt"/>
            </a:endParaRPr>
          </a:p>
          <a:p>
            <a:pPr algn="ctr"/>
            <a:r>
              <a:rPr lang="zh-CN" altLang="en-US" sz="1600" b="1" dirty="0">
                <a:solidFill>
                  <a:schemeClr val="bg1"/>
                </a:solidFill>
                <a:latin typeface="微软雅黑" panose="020B0503020204020204" pitchFamily="34" charset="-122"/>
                <a:ea typeface="微软雅黑" panose="020B0503020204020204" pitchFamily="34" charset="-122"/>
                <a:cs typeface="+mn-ea"/>
                <a:sym typeface="+mn-lt"/>
              </a:rPr>
              <a:t>组员：张月晴  马雨萌</a:t>
            </a:r>
            <a:endParaRPr lang="en-US" altLang="zh-CN" sz="1600" b="1" dirty="0">
              <a:solidFill>
                <a:schemeClr val="bg1"/>
              </a:solidFill>
              <a:latin typeface="微软雅黑" panose="020B0503020204020204" pitchFamily="34" charset="-122"/>
              <a:ea typeface="微软雅黑" panose="020B0503020204020204" pitchFamily="34" charset="-122"/>
              <a:cs typeface="+mn-ea"/>
              <a:sym typeface="+mn-lt"/>
            </a:endParaRPr>
          </a:p>
          <a:p>
            <a:pPr algn="ctr"/>
            <a:r>
              <a:rPr lang="en-US" altLang="zh-CN" sz="1600" b="1" dirty="0">
                <a:solidFill>
                  <a:schemeClr val="bg1"/>
                </a:solidFill>
                <a:latin typeface="微软雅黑" panose="020B0503020204020204" pitchFamily="34" charset="-122"/>
                <a:ea typeface="微软雅黑" panose="020B0503020204020204" pitchFamily="34" charset="-122"/>
                <a:cs typeface="+mn-ea"/>
                <a:sym typeface="+mn-lt"/>
              </a:rPr>
              <a:t>  </a:t>
            </a:r>
            <a:r>
              <a:rPr lang="zh-CN" altLang="en-US" sz="1600" b="1" dirty="0">
                <a:solidFill>
                  <a:schemeClr val="bg1"/>
                </a:solidFill>
                <a:latin typeface="微软雅黑" panose="020B0503020204020204" pitchFamily="34" charset="-122"/>
                <a:ea typeface="微软雅黑" panose="020B0503020204020204" pitchFamily="34" charset="-122"/>
                <a:cs typeface="+mn-ea"/>
                <a:sym typeface="+mn-lt"/>
              </a:rPr>
              <a:t>指导老师：周宇</a:t>
            </a:r>
          </a:p>
        </p:txBody>
      </p:sp>
      <p:cxnSp>
        <p:nvCxnSpPr>
          <p:cNvPr id="29" name="直接连接符 28"/>
          <p:cNvCxnSpPr/>
          <p:nvPr/>
        </p:nvCxnSpPr>
        <p:spPr>
          <a:xfrm>
            <a:off x="3563351" y="4783008"/>
            <a:ext cx="5424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32" name="Time Will Tell.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cstate="print"/>
          <a:stretch>
            <a:fillRect/>
          </a:stretch>
        </p:blipFill>
        <p:spPr>
          <a:xfrm>
            <a:off x="9543125" y="-499730"/>
            <a:ext cx="336542" cy="336420"/>
          </a:xfrm>
          <a:prstGeom prst="rect">
            <a:avLst/>
          </a:prstGeom>
        </p:spPr>
      </p:pic>
      <p:pic>
        <p:nvPicPr>
          <p:cNvPr id="2" name="图片 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27464" y="1603902"/>
            <a:ext cx="4562632" cy="89205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4000" advTm="0">
        <p14:vortex dir="u"/>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32"/>
                                            </p:tgtEl>
                                          </p:cBhvr>
                                        </p:cmd>
                                      </p:childTnLst>
                                    </p:cTn>
                                  </p:par>
                                </p:childTnLst>
                              </p:cTn>
                            </p:par>
                            <p:par>
                              <p:cTn id="7" fill="hold">
                                <p:stCondLst>
                                  <p:cond delay="0"/>
                                </p:stCondLst>
                                <p:childTnLst>
                                  <p:par>
                                    <p:cTn id="8" presetID="16" presetClass="entr" presetSubtype="21" fill="hold" grpId="0" nodeType="after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barn(inVertical)">
                                          <p:cBhvr>
                                            <p:cTn id="10" dur="500"/>
                                            <p:tgtEl>
                                              <p:spTgt spid="31"/>
                                            </p:tgtEl>
                                          </p:cBhvr>
                                        </p:animEffect>
                                      </p:childTnLst>
                                    </p:cTn>
                                  </p:par>
                                </p:childTnLst>
                              </p:cTn>
                            </p:par>
                            <p:par>
                              <p:cTn id="11" fill="hold">
                                <p:stCondLst>
                                  <p:cond delay="500"/>
                                </p:stCondLst>
                                <p:childTnLst>
                                  <p:par>
                                    <p:cTn id="12" presetID="22" presetClass="entr" presetSubtype="4" fill="hold" grpId="0" nodeType="afterEffect">
                                      <p:stCondLst>
                                        <p:cond delay="500"/>
                                      </p:stCondLst>
                                      <p:iterate type="lt">
                                        <p:tmPct val="10000"/>
                                      </p:iterate>
                                      <p:childTnLst>
                                        <p:set>
                                          <p:cBhvr>
                                            <p:cTn id="13" dur="1" fill="hold">
                                              <p:stCondLst>
                                                <p:cond delay="0"/>
                                              </p:stCondLst>
                                            </p:cTn>
                                            <p:tgtEl>
                                              <p:spTgt spid="26"/>
                                            </p:tgtEl>
                                            <p:attrNameLst>
                                              <p:attrName>style.visibility</p:attrName>
                                            </p:attrNameLst>
                                          </p:cBhvr>
                                          <p:to>
                                            <p:strVal val="visible"/>
                                          </p:to>
                                        </p:set>
                                        <p:animEffect transition="in" filter="wipe(down)">
                                          <p:cBhvr>
                                            <p:cTn id="14" dur="1000"/>
                                            <p:tgtEl>
                                              <p:spTgt spid="26"/>
                                            </p:tgtEl>
                                          </p:cBhvr>
                                        </p:animEffect>
                                      </p:childTnLst>
                                    </p:cTn>
                                  </p:par>
                                </p:childTnLst>
                              </p:cTn>
                            </p:par>
                            <p:par>
                              <p:cTn id="15" fill="hold">
                                <p:stCondLst>
                                  <p:cond delay="3100"/>
                                </p:stCondLst>
                                <p:childTnLst>
                                  <p:par>
                                    <p:cTn id="16" presetID="22" presetClass="entr" presetSubtype="8" fill="hold" grpId="0" nodeType="after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wipe(left)">
                                          <p:cBhvr>
                                            <p:cTn id="18" dur="1000"/>
                                            <p:tgtEl>
                                              <p:spTgt spid="27"/>
                                            </p:tgtEl>
                                          </p:cBhvr>
                                        </p:animEffect>
                                      </p:childTnLst>
                                    </p:cTn>
                                  </p:par>
                                </p:childTnLst>
                              </p:cTn>
                            </p:par>
                            <p:par>
                              <p:cTn id="19" fill="hold">
                                <p:stCondLst>
                                  <p:cond delay="4100"/>
                                </p:stCondLst>
                                <p:childTnLst>
                                  <p:par>
                                    <p:cTn id="20" presetID="2" presetClass="entr" presetSubtype="4" fill="hold" nodeType="afterEffect" p14:presetBounceEnd="50000">
                                      <p:stCondLst>
                                        <p:cond delay="0"/>
                                      </p:stCondLst>
                                      <p:childTnLst>
                                        <p:set>
                                          <p:cBhvr>
                                            <p:cTn id="21" dur="1" fill="hold">
                                              <p:stCondLst>
                                                <p:cond delay="0"/>
                                              </p:stCondLst>
                                            </p:cTn>
                                            <p:tgtEl>
                                              <p:spTgt spid="29"/>
                                            </p:tgtEl>
                                            <p:attrNameLst>
                                              <p:attrName>style.visibility</p:attrName>
                                            </p:attrNameLst>
                                          </p:cBhvr>
                                          <p:to>
                                            <p:strVal val="visible"/>
                                          </p:to>
                                        </p:set>
                                        <p:anim calcmode="lin" valueType="num" p14:bounceEnd="50000">
                                          <p:cBhvr additive="base">
                                            <p:cTn id="22" dur="500" fill="hold"/>
                                            <p:tgtEl>
                                              <p:spTgt spid="29"/>
                                            </p:tgtEl>
                                            <p:attrNameLst>
                                              <p:attrName>ppt_x</p:attrName>
                                            </p:attrNameLst>
                                          </p:cBhvr>
                                          <p:tavLst>
                                            <p:tav tm="0">
                                              <p:val>
                                                <p:strVal val="#ppt_x"/>
                                              </p:val>
                                            </p:tav>
                                            <p:tav tm="100000">
                                              <p:val>
                                                <p:strVal val="#ppt_x"/>
                                              </p:val>
                                            </p:tav>
                                          </p:tavLst>
                                        </p:anim>
                                        <p:anim calcmode="lin" valueType="num" p14:bounceEnd="50000">
                                          <p:cBhvr additive="base">
                                            <p:cTn id="23" dur="500" fill="hold"/>
                                            <p:tgtEl>
                                              <p:spTgt spid="29"/>
                                            </p:tgtEl>
                                            <p:attrNameLst>
                                              <p:attrName>ppt_y</p:attrName>
                                            </p:attrNameLst>
                                          </p:cBhvr>
                                          <p:tavLst>
                                            <p:tav tm="0">
                                              <p:val>
                                                <p:strVal val="1+#ppt_h/2"/>
                                              </p:val>
                                            </p:tav>
                                            <p:tav tm="100000">
                                              <p:val>
                                                <p:strVal val="#ppt_y"/>
                                              </p:val>
                                            </p:tav>
                                          </p:tavLst>
                                        </p:anim>
                                      </p:childTnLst>
                                    </p:cTn>
                                  </p:par>
                                </p:childTnLst>
                              </p:cTn>
                            </p:par>
                            <p:par>
                              <p:cTn id="24" fill="hold">
                                <p:stCondLst>
                                  <p:cond delay="4600"/>
                                </p:stCondLst>
                                <p:childTnLst>
                                  <p:par>
                                    <p:cTn id="25" presetID="22" presetClass="entr" presetSubtype="8"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left)">
                                          <p:cBhvr>
                                            <p:cTn id="27"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28" repeatCount="indefinite" fill="remove" display="0">
                      <p:stCondLst>
                        <p:cond delay="indefinite"/>
                      </p:stCondLst>
                      <p:endCondLst>
                        <p:cond evt="onStopAudio" delay="0">
                          <p:tgtEl>
                            <p:sldTgt/>
                          </p:tgtEl>
                        </p:cond>
                      </p:endCondLst>
                    </p:cTn>
                    <p:tgtEl>
                      <p:spTgt spid="32"/>
                    </p:tgtEl>
                  </p:cMediaNode>
                </p:audio>
              </p:childTnLst>
            </p:cTn>
          </p:par>
        </p:tnLst>
        <p:bldLst>
          <p:bldP spid="31" grpId="0" animBg="1"/>
          <p:bldP spid="26" grpId="0"/>
          <p:bldP spid="27" grpId="0"/>
          <p:bldP spid="28"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32"/>
                                            </p:tgtEl>
                                          </p:cBhvr>
                                        </p:cmd>
                                      </p:childTnLst>
                                    </p:cTn>
                                  </p:par>
                                </p:childTnLst>
                              </p:cTn>
                            </p:par>
                            <p:par>
                              <p:cTn id="7" fill="hold">
                                <p:stCondLst>
                                  <p:cond delay="0"/>
                                </p:stCondLst>
                                <p:childTnLst>
                                  <p:par>
                                    <p:cTn id="8" presetID="16" presetClass="entr" presetSubtype="21" fill="hold" grpId="0" nodeType="after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barn(inVertical)">
                                          <p:cBhvr>
                                            <p:cTn id="10" dur="500"/>
                                            <p:tgtEl>
                                              <p:spTgt spid="31"/>
                                            </p:tgtEl>
                                          </p:cBhvr>
                                        </p:animEffect>
                                      </p:childTnLst>
                                    </p:cTn>
                                  </p:par>
                                </p:childTnLst>
                              </p:cTn>
                            </p:par>
                            <p:par>
                              <p:cTn id="11" fill="hold">
                                <p:stCondLst>
                                  <p:cond delay="500"/>
                                </p:stCondLst>
                                <p:childTnLst>
                                  <p:par>
                                    <p:cTn id="12" presetID="22" presetClass="entr" presetSubtype="4" fill="hold" grpId="0" nodeType="afterEffect">
                                      <p:stCondLst>
                                        <p:cond delay="500"/>
                                      </p:stCondLst>
                                      <p:iterate type="lt">
                                        <p:tmPct val="10000"/>
                                      </p:iterate>
                                      <p:childTnLst>
                                        <p:set>
                                          <p:cBhvr>
                                            <p:cTn id="13" dur="1" fill="hold">
                                              <p:stCondLst>
                                                <p:cond delay="0"/>
                                              </p:stCondLst>
                                            </p:cTn>
                                            <p:tgtEl>
                                              <p:spTgt spid="26"/>
                                            </p:tgtEl>
                                            <p:attrNameLst>
                                              <p:attrName>style.visibility</p:attrName>
                                            </p:attrNameLst>
                                          </p:cBhvr>
                                          <p:to>
                                            <p:strVal val="visible"/>
                                          </p:to>
                                        </p:set>
                                        <p:animEffect transition="in" filter="wipe(down)">
                                          <p:cBhvr>
                                            <p:cTn id="14" dur="1000"/>
                                            <p:tgtEl>
                                              <p:spTgt spid="26"/>
                                            </p:tgtEl>
                                          </p:cBhvr>
                                        </p:animEffect>
                                      </p:childTnLst>
                                    </p:cTn>
                                  </p:par>
                                </p:childTnLst>
                              </p:cTn>
                            </p:par>
                            <p:par>
                              <p:cTn id="15" fill="hold">
                                <p:stCondLst>
                                  <p:cond delay="3100"/>
                                </p:stCondLst>
                                <p:childTnLst>
                                  <p:par>
                                    <p:cTn id="16" presetID="22" presetClass="entr" presetSubtype="8" fill="hold" grpId="0" nodeType="after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wipe(left)">
                                          <p:cBhvr>
                                            <p:cTn id="18" dur="1000"/>
                                            <p:tgtEl>
                                              <p:spTgt spid="27"/>
                                            </p:tgtEl>
                                          </p:cBhvr>
                                        </p:animEffect>
                                      </p:childTnLst>
                                    </p:cTn>
                                  </p:par>
                                </p:childTnLst>
                              </p:cTn>
                            </p:par>
                            <p:par>
                              <p:cTn id="19" fill="hold">
                                <p:stCondLst>
                                  <p:cond delay="4100"/>
                                </p:stCondLst>
                                <p:childTnLst>
                                  <p:par>
                                    <p:cTn id="20" presetID="2" presetClass="entr" presetSubtype="4" fill="hold" nodeType="afterEffect">
                                      <p:stCondLst>
                                        <p:cond delay="0"/>
                                      </p:stCondLst>
                                      <p:childTnLst>
                                        <p:set>
                                          <p:cBhvr>
                                            <p:cTn id="21" dur="1" fill="hold">
                                              <p:stCondLst>
                                                <p:cond delay="0"/>
                                              </p:stCondLst>
                                            </p:cTn>
                                            <p:tgtEl>
                                              <p:spTgt spid="29"/>
                                            </p:tgtEl>
                                            <p:attrNameLst>
                                              <p:attrName>style.visibility</p:attrName>
                                            </p:attrNameLst>
                                          </p:cBhvr>
                                          <p:to>
                                            <p:strVal val="visible"/>
                                          </p:to>
                                        </p:set>
                                        <p:anim calcmode="lin" valueType="num">
                                          <p:cBhvr additive="base">
                                            <p:cTn id="22" dur="500" fill="hold"/>
                                            <p:tgtEl>
                                              <p:spTgt spid="29"/>
                                            </p:tgtEl>
                                            <p:attrNameLst>
                                              <p:attrName>ppt_x</p:attrName>
                                            </p:attrNameLst>
                                          </p:cBhvr>
                                          <p:tavLst>
                                            <p:tav tm="0">
                                              <p:val>
                                                <p:strVal val="#ppt_x"/>
                                              </p:val>
                                            </p:tav>
                                            <p:tav tm="100000">
                                              <p:val>
                                                <p:strVal val="#ppt_x"/>
                                              </p:val>
                                            </p:tav>
                                          </p:tavLst>
                                        </p:anim>
                                        <p:anim calcmode="lin" valueType="num">
                                          <p:cBhvr additive="base">
                                            <p:cTn id="23" dur="500" fill="hold"/>
                                            <p:tgtEl>
                                              <p:spTgt spid="29"/>
                                            </p:tgtEl>
                                            <p:attrNameLst>
                                              <p:attrName>ppt_y</p:attrName>
                                            </p:attrNameLst>
                                          </p:cBhvr>
                                          <p:tavLst>
                                            <p:tav tm="0">
                                              <p:val>
                                                <p:strVal val="1+#ppt_h/2"/>
                                              </p:val>
                                            </p:tav>
                                            <p:tav tm="100000">
                                              <p:val>
                                                <p:strVal val="#ppt_y"/>
                                              </p:val>
                                            </p:tav>
                                          </p:tavLst>
                                        </p:anim>
                                      </p:childTnLst>
                                    </p:cTn>
                                  </p:par>
                                </p:childTnLst>
                              </p:cTn>
                            </p:par>
                            <p:par>
                              <p:cTn id="24" fill="hold">
                                <p:stCondLst>
                                  <p:cond delay="4600"/>
                                </p:stCondLst>
                                <p:childTnLst>
                                  <p:par>
                                    <p:cTn id="25" presetID="22" presetClass="entr" presetSubtype="8"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left)">
                                          <p:cBhvr>
                                            <p:cTn id="27"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28" repeatCount="indefinite" fill="remove" display="0">
                      <p:stCondLst>
                        <p:cond delay="indefinite"/>
                      </p:stCondLst>
                      <p:endCondLst>
                        <p:cond evt="onStopAudio" delay="0">
                          <p:tgtEl>
                            <p:sldTgt/>
                          </p:tgtEl>
                        </p:cond>
                      </p:endCondLst>
                    </p:cTn>
                    <p:tgtEl>
                      <p:spTgt spid="32"/>
                    </p:tgtEl>
                  </p:cMediaNode>
                </p:audio>
              </p:childTnLst>
            </p:cTn>
          </p:par>
        </p:tnLst>
        <p:bldLst>
          <p:bldP spid="31" grpId="0" animBg="1"/>
          <p:bldP spid="26" grpId="0"/>
          <p:bldP spid="27" grpId="0"/>
          <p:bldP spid="28" grpId="0"/>
        </p:bldLst>
      </p:timing>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414" y="572625"/>
            <a:ext cx="3008380" cy="662379"/>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sz="4265" b="1" dirty="0">
                <a:solidFill>
                  <a:schemeClr val="accent1"/>
                </a:solidFill>
                <a:cs typeface="+mn-ea"/>
                <a:sym typeface="+mn-lt"/>
              </a:rPr>
              <a:t>目录</a:t>
            </a:r>
            <a:r>
              <a:rPr lang="en-US" altLang="zh-CN" sz="4265" b="1" dirty="0">
                <a:solidFill>
                  <a:schemeClr val="accent1"/>
                </a:solidFill>
                <a:cs typeface="+mn-ea"/>
                <a:sym typeface="+mn-lt"/>
              </a:rPr>
              <a:t>/</a:t>
            </a:r>
            <a:r>
              <a:rPr lang="en-US" altLang="zh-CN" sz="2400" b="1" dirty="0">
                <a:solidFill>
                  <a:schemeClr val="accent1"/>
                </a:solidFill>
                <a:cs typeface="+mn-ea"/>
                <a:sym typeface="+mn-lt"/>
              </a:rPr>
              <a:t>Contents</a:t>
            </a:r>
            <a:endParaRPr lang="en-GB" sz="2400" b="1" dirty="0">
              <a:solidFill>
                <a:schemeClr val="accent1"/>
              </a:solidFill>
              <a:cs typeface="+mn-ea"/>
              <a:sym typeface="+mn-lt"/>
            </a:endParaRPr>
          </a:p>
        </p:txBody>
      </p:sp>
      <p:cxnSp>
        <p:nvCxnSpPr>
          <p:cNvPr id="43" name="直接连接符 42"/>
          <p:cNvCxnSpPr/>
          <p:nvPr/>
        </p:nvCxnSpPr>
        <p:spPr>
          <a:xfrm>
            <a:off x="984763" y="1412776"/>
            <a:ext cx="10199803"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45" name="组合 44"/>
          <p:cNvGrpSpPr/>
          <p:nvPr/>
        </p:nvGrpSpPr>
        <p:grpSpPr>
          <a:xfrm>
            <a:off x="3119672" y="1892829"/>
            <a:ext cx="1192345" cy="666786"/>
            <a:chOff x="2215144" y="927951"/>
            <a:chExt cx="1244730" cy="916847"/>
          </a:xfrm>
        </p:grpSpPr>
        <p:sp>
          <p:nvSpPr>
            <p:cNvPr id="46" name="平行四边形 45"/>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schemeClr val="bg1"/>
                </a:solidFill>
                <a:cs typeface="+mn-ea"/>
                <a:sym typeface="+mn-lt"/>
              </a:endParaRPr>
            </a:p>
          </p:txBody>
        </p:sp>
        <p:sp>
          <p:nvSpPr>
            <p:cNvPr id="47" name="文本框 9"/>
            <p:cNvSpPr txBox="1"/>
            <p:nvPr/>
          </p:nvSpPr>
          <p:spPr>
            <a:xfrm>
              <a:off x="2393075" y="927951"/>
              <a:ext cx="1066799" cy="916847"/>
            </a:xfrm>
            <a:prstGeom prst="rect">
              <a:avLst/>
            </a:prstGeom>
            <a:noFill/>
          </p:spPr>
          <p:txBody>
            <a:bodyPr wrap="square" rtlCol="0">
              <a:spAutoFit/>
            </a:bodyPr>
            <a:lstStyle/>
            <a:p>
              <a:r>
                <a:rPr lang="en-US" altLang="zh-CN" sz="3735" dirty="0">
                  <a:solidFill>
                    <a:schemeClr val="bg1"/>
                  </a:solidFill>
                  <a:cs typeface="+mn-ea"/>
                  <a:sym typeface="+mn-lt"/>
                </a:rPr>
                <a:t>01</a:t>
              </a:r>
              <a:endParaRPr lang="zh-CN" altLang="en-US" sz="3735" dirty="0">
                <a:solidFill>
                  <a:schemeClr val="bg1"/>
                </a:solidFill>
                <a:cs typeface="+mn-ea"/>
                <a:sym typeface="+mn-lt"/>
              </a:endParaRPr>
            </a:p>
          </p:txBody>
        </p:sp>
      </p:grpSp>
      <p:grpSp>
        <p:nvGrpSpPr>
          <p:cNvPr id="48" name="组合 47"/>
          <p:cNvGrpSpPr/>
          <p:nvPr/>
        </p:nvGrpSpPr>
        <p:grpSpPr>
          <a:xfrm>
            <a:off x="3119672" y="2798982"/>
            <a:ext cx="1192345" cy="672218"/>
            <a:chOff x="2215144" y="1952311"/>
            <a:chExt cx="1244730" cy="924318"/>
          </a:xfrm>
        </p:grpSpPr>
        <p:sp>
          <p:nvSpPr>
            <p:cNvPr id="49" name="平行四边形 48"/>
            <p:cNvSpPr/>
            <p:nvPr/>
          </p:nvSpPr>
          <p:spPr>
            <a:xfrm>
              <a:off x="2215144" y="2033848"/>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schemeClr val="bg1"/>
                </a:solidFill>
                <a:cs typeface="+mn-ea"/>
                <a:sym typeface="+mn-lt"/>
              </a:endParaRPr>
            </a:p>
          </p:txBody>
        </p:sp>
        <p:sp>
          <p:nvSpPr>
            <p:cNvPr id="50" name="文本框 10"/>
            <p:cNvSpPr txBox="1"/>
            <p:nvPr/>
          </p:nvSpPr>
          <p:spPr>
            <a:xfrm>
              <a:off x="2393075" y="1952311"/>
              <a:ext cx="1066799" cy="916850"/>
            </a:xfrm>
            <a:prstGeom prst="rect">
              <a:avLst/>
            </a:prstGeom>
            <a:noFill/>
          </p:spPr>
          <p:txBody>
            <a:bodyPr wrap="square" rtlCol="0">
              <a:spAutoFit/>
            </a:bodyPr>
            <a:lstStyle/>
            <a:p>
              <a:r>
                <a:rPr lang="en-US" altLang="zh-CN" sz="3735" dirty="0">
                  <a:solidFill>
                    <a:schemeClr val="bg1"/>
                  </a:solidFill>
                  <a:cs typeface="+mn-ea"/>
                  <a:sym typeface="+mn-lt"/>
                </a:rPr>
                <a:t>02</a:t>
              </a:r>
              <a:endParaRPr lang="zh-CN" altLang="en-US" sz="3735" dirty="0">
                <a:solidFill>
                  <a:schemeClr val="bg1"/>
                </a:solidFill>
                <a:cs typeface="+mn-ea"/>
                <a:sym typeface="+mn-lt"/>
              </a:endParaRPr>
            </a:p>
          </p:txBody>
        </p:sp>
      </p:grpSp>
      <p:grpSp>
        <p:nvGrpSpPr>
          <p:cNvPr id="51" name="组合 50"/>
          <p:cNvGrpSpPr/>
          <p:nvPr/>
        </p:nvGrpSpPr>
        <p:grpSpPr>
          <a:xfrm>
            <a:off x="3119672" y="3734779"/>
            <a:ext cx="1192345" cy="666786"/>
            <a:chOff x="2215144" y="3018134"/>
            <a:chExt cx="1244730" cy="916848"/>
          </a:xfrm>
        </p:grpSpPr>
        <p:sp>
          <p:nvSpPr>
            <p:cNvPr id="52" name="平行四边形 51"/>
            <p:cNvSpPr/>
            <p:nvPr/>
          </p:nvSpPr>
          <p:spPr>
            <a:xfrm>
              <a:off x="2215144" y="3084852"/>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schemeClr val="bg1"/>
                </a:solidFill>
                <a:cs typeface="+mn-ea"/>
                <a:sym typeface="+mn-lt"/>
              </a:endParaRPr>
            </a:p>
          </p:txBody>
        </p:sp>
        <p:sp>
          <p:nvSpPr>
            <p:cNvPr id="53" name="文本框 11"/>
            <p:cNvSpPr txBox="1"/>
            <p:nvPr/>
          </p:nvSpPr>
          <p:spPr>
            <a:xfrm>
              <a:off x="2393075" y="3018134"/>
              <a:ext cx="1066799" cy="916848"/>
            </a:xfrm>
            <a:prstGeom prst="rect">
              <a:avLst/>
            </a:prstGeom>
            <a:noFill/>
          </p:spPr>
          <p:txBody>
            <a:bodyPr wrap="square" rtlCol="0">
              <a:spAutoFit/>
            </a:bodyPr>
            <a:lstStyle/>
            <a:p>
              <a:r>
                <a:rPr lang="en-US" altLang="zh-CN" sz="3735" dirty="0">
                  <a:solidFill>
                    <a:schemeClr val="bg1"/>
                  </a:solidFill>
                  <a:cs typeface="+mn-ea"/>
                  <a:sym typeface="+mn-lt"/>
                </a:rPr>
                <a:t>03</a:t>
              </a:r>
              <a:endParaRPr lang="zh-CN" altLang="en-US" sz="3735" dirty="0">
                <a:solidFill>
                  <a:schemeClr val="bg1"/>
                </a:solidFill>
                <a:cs typeface="+mn-ea"/>
                <a:sym typeface="+mn-lt"/>
              </a:endParaRPr>
            </a:p>
          </p:txBody>
        </p:sp>
      </p:grpSp>
      <p:grpSp>
        <p:nvGrpSpPr>
          <p:cNvPr id="54" name="组合 53"/>
          <p:cNvGrpSpPr/>
          <p:nvPr/>
        </p:nvGrpSpPr>
        <p:grpSpPr>
          <a:xfrm>
            <a:off x="3119672" y="4644765"/>
            <a:ext cx="1192345" cy="677512"/>
            <a:chOff x="2215144" y="4047039"/>
            <a:chExt cx="1244730" cy="931598"/>
          </a:xfrm>
        </p:grpSpPr>
        <p:sp>
          <p:nvSpPr>
            <p:cNvPr id="55" name="平行四边形 54"/>
            <p:cNvSpPr/>
            <p:nvPr/>
          </p:nvSpPr>
          <p:spPr>
            <a:xfrm>
              <a:off x="2215144" y="4135856"/>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schemeClr val="bg1"/>
                </a:solidFill>
                <a:cs typeface="+mn-ea"/>
                <a:sym typeface="+mn-lt"/>
              </a:endParaRPr>
            </a:p>
          </p:txBody>
        </p:sp>
        <p:sp>
          <p:nvSpPr>
            <p:cNvPr id="56" name="文本框 12"/>
            <p:cNvSpPr txBox="1"/>
            <p:nvPr/>
          </p:nvSpPr>
          <p:spPr>
            <a:xfrm>
              <a:off x="2393075" y="4047039"/>
              <a:ext cx="1066799" cy="916850"/>
            </a:xfrm>
            <a:prstGeom prst="rect">
              <a:avLst/>
            </a:prstGeom>
            <a:noFill/>
          </p:spPr>
          <p:txBody>
            <a:bodyPr wrap="square" rtlCol="0">
              <a:spAutoFit/>
            </a:bodyPr>
            <a:lstStyle/>
            <a:p>
              <a:r>
                <a:rPr lang="en-US" altLang="zh-CN" sz="3735" dirty="0">
                  <a:solidFill>
                    <a:schemeClr val="bg1"/>
                  </a:solidFill>
                  <a:cs typeface="+mn-ea"/>
                  <a:sym typeface="+mn-lt"/>
                </a:rPr>
                <a:t>04</a:t>
              </a:r>
              <a:endParaRPr lang="zh-CN" altLang="en-US" sz="3735" dirty="0">
                <a:solidFill>
                  <a:schemeClr val="bg1"/>
                </a:solidFill>
                <a:cs typeface="+mn-ea"/>
                <a:sym typeface="+mn-lt"/>
              </a:endParaRPr>
            </a:p>
          </p:txBody>
        </p:sp>
      </p:grpSp>
      <p:grpSp>
        <p:nvGrpSpPr>
          <p:cNvPr id="57" name="组合 56"/>
          <p:cNvGrpSpPr/>
          <p:nvPr/>
        </p:nvGrpSpPr>
        <p:grpSpPr>
          <a:xfrm>
            <a:off x="3119669" y="5577485"/>
            <a:ext cx="1179315" cy="670313"/>
            <a:chOff x="2215144" y="5107938"/>
            <a:chExt cx="1231128" cy="921702"/>
          </a:xfrm>
        </p:grpSpPr>
        <p:sp>
          <p:nvSpPr>
            <p:cNvPr id="58" name="平行四边形 57"/>
            <p:cNvSpPr/>
            <p:nvPr/>
          </p:nvSpPr>
          <p:spPr>
            <a:xfrm>
              <a:off x="2215144" y="5186859"/>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schemeClr val="bg1"/>
                </a:solidFill>
                <a:cs typeface="+mn-ea"/>
                <a:sym typeface="+mn-lt"/>
              </a:endParaRPr>
            </a:p>
          </p:txBody>
        </p:sp>
        <p:sp>
          <p:nvSpPr>
            <p:cNvPr id="59" name="文本框 13"/>
            <p:cNvSpPr txBox="1"/>
            <p:nvPr/>
          </p:nvSpPr>
          <p:spPr>
            <a:xfrm>
              <a:off x="2379473" y="5107938"/>
              <a:ext cx="1066799" cy="916852"/>
            </a:xfrm>
            <a:prstGeom prst="rect">
              <a:avLst/>
            </a:prstGeom>
            <a:noFill/>
          </p:spPr>
          <p:txBody>
            <a:bodyPr wrap="square" rtlCol="0">
              <a:spAutoFit/>
            </a:bodyPr>
            <a:lstStyle/>
            <a:p>
              <a:r>
                <a:rPr lang="en-US" altLang="zh-CN" sz="3735" dirty="0">
                  <a:solidFill>
                    <a:schemeClr val="bg1"/>
                  </a:solidFill>
                  <a:cs typeface="+mn-ea"/>
                  <a:sym typeface="+mn-lt"/>
                </a:rPr>
                <a:t>05</a:t>
              </a:r>
              <a:endParaRPr lang="zh-CN" altLang="en-US" sz="3735" dirty="0">
                <a:solidFill>
                  <a:schemeClr val="bg1"/>
                </a:solidFill>
                <a:cs typeface="+mn-ea"/>
                <a:sym typeface="+mn-lt"/>
              </a:endParaRPr>
            </a:p>
          </p:txBody>
        </p:sp>
      </p:grpSp>
      <p:grpSp>
        <p:nvGrpSpPr>
          <p:cNvPr id="60" name="组合 59"/>
          <p:cNvGrpSpPr/>
          <p:nvPr/>
        </p:nvGrpSpPr>
        <p:grpSpPr>
          <a:xfrm>
            <a:off x="4025341" y="1910578"/>
            <a:ext cx="5143000" cy="612920"/>
            <a:chOff x="4315150" y="953426"/>
            <a:chExt cx="3857250" cy="540057"/>
          </a:xfrm>
        </p:grpSpPr>
        <p:sp>
          <p:nvSpPr>
            <p:cNvPr id="61" name="矩形 60"/>
            <p:cNvSpPr/>
            <p:nvPr/>
          </p:nvSpPr>
          <p:spPr>
            <a:xfrm>
              <a:off x="4841196" y="1036090"/>
              <a:ext cx="2827147" cy="352546"/>
            </a:xfrm>
            <a:prstGeom prst="rect">
              <a:avLst/>
            </a:prstGeom>
            <a:ln w="15875">
              <a:noFill/>
            </a:ln>
          </p:spPr>
          <p:txBody>
            <a:bodyPr wrap="square" lIns="91440" tIns="45720" rIns="91440" bIns="45720">
              <a:spAutoFit/>
            </a:bodyPr>
            <a:lstStyle/>
            <a:p>
              <a:r>
                <a:rPr lang="zh-CN" altLang="en-US" sz="2000" b="1" dirty="0">
                  <a:solidFill>
                    <a:schemeClr val="bg1"/>
                  </a:solidFill>
                  <a:cs typeface="+mn-ea"/>
                  <a:sym typeface="+mn-lt"/>
                </a:rPr>
                <a:t>项目背景与意义</a:t>
              </a:r>
            </a:p>
          </p:txBody>
        </p:sp>
        <p:sp>
          <p:nvSpPr>
            <p:cNvPr id="62" name="平行四边形 61"/>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zh-CN" altLang="en-US" sz="2135" b="1">
                <a:solidFill>
                  <a:schemeClr val="bg1"/>
                </a:solidFill>
                <a:cs typeface="+mn-ea"/>
                <a:sym typeface="+mn-lt"/>
              </a:endParaRPr>
            </a:p>
          </p:txBody>
        </p:sp>
      </p:grpSp>
      <p:grpSp>
        <p:nvGrpSpPr>
          <p:cNvPr id="63" name="组合 62"/>
          <p:cNvGrpSpPr/>
          <p:nvPr/>
        </p:nvGrpSpPr>
        <p:grpSpPr>
          <a:xfrm>
            <a:off x="4025341" y="2836116"/>
            <a:ext cx="5143000" cy="612920"/>
            <a:chOff x="4315150" y="1647579"/>
            <a:chExt cx="3857250" cy="540057"/>
          </a:xfrm>
        </p:grpSpPr>
        <p:sp>
          <p:nvSpPr>
            <p:cNvPr id="64" name="矩形 63"/>
            <p:cNvSpPr/>
            <p:nvPr/>
          </p:nvSpPr>
          <p:spPr>
            <a:xfrm>
              <a:off x="4841196" y="1730243"/>
              <a:ext cx="2827147" cy="352546"/>
            </a:xfrm>
            <a:prstGeom prst="rect">
              <a:avLst/>
            </a:prstGeom>
            <a:ln w="15875">
              <a:noFill/>
            </a:ln>
          </p:spPr>
          <p:txBody>
            <a:bodyPr wrap="square" lIns="91440" tIns="45720" rIns="91440" bIns="45720">
              <a:spAutoFit/>
            </a:bodyPr>
            <a:lstStyle/>
            <a:p>
              <a:r>
                <a:rPr lang="zh-CN" altLang="en-US" sz="2000" b="1" dirty="0">
                  <a:solidFill>
                    <a:schemeClr val="bg1"/>
                  </a:solidFill>
                  <a:cs typeface="+mn-ea"/>
                  <a:sym typeface="+mn-lt"/>
                </a:rPr>
                <a:t>系统目标与总体架构</a:t>
              </a:r>
            </a:p>
          </p:txBody>
        </p:sp>
        <p:sp>
          <p:nvSpPr>
            <p:cNvPr id="65" name="平行四边形 64"/>
            <p:cNvSpPr/>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zh-CN" altLang="en-US" sz="2135" b="1">
                <a:solidFill>
                  <a:schemeClr val="bg1"/>
                </a:solidFill>
                <a:cs typeface="+mn-ea"/>
                <a:sym typeface="+mn-lt"/>
              </a:endParaRPr>
            </a:p>
          </p:txBody>
        </p:sp>
      </p:grpSp>
      <p:grpSp>
        <p:nvGrpSpPr>
          <p:cNvPr id="66" name="组合 65"/>
          <p:cNvGrpSpPr/>
          <p:nvPr/>
        </p:nvGrpSpPr>
        <p:grpSpPr>
          <a:xfrm>
            <a:off x="4025341" y="3761653"/>
            <a:ext cx="5143000" cy="612920"/>
            <a:chOff x="4315150" y="2341731"/>
            <a:chExt cx="3857250" cy="540057"/>
          </a:xfrm>
        </p:grpSpPr>
        <p:sp>
          <p:nvSpPr>
            <p:cNvPr id="67" name="矩形 66"/>
            <p:cNvSpPr/>
            <p:nvPr/>
          </p:nvSpPr>
          <p:spPr>
            <a:xfrm>
              <a:off x="4841197" y="2424395"/>
              <a:ext cx="2899941" cy="352546"/>
            </a:xfrm>
            <a:prstGeom prst="rect">
              <a:avLst/>
            </a:prstGeom>
            <a:ln w="15875">
              <a:noFill/>
            </a:ln>
          </p:spPr>
          <p:txBody>
            <a:bodyPr wrap="square" lIns="91440" tIns="45720" rIns="91440" bIns="45720">
              <a:spAutoFit/>
            </a:bodyPr>
            <a:lstStyle/>
            <a:p>
              <a:r>
                <a:rPr lang="zh-CN" altLang="en-US" sz="2000" b="1" dirty="0">
                  <a:solidFill>
                    <a:schemeClr val="bg1"/>
                  </a:solidFill>
                  <a:cs typeface="+mn-ea"/>
                  <a:sym typeface="+mn-lt"/>
                </a:rPr>
                <a:t>四类质量扫描引擎与算法路线</a:t>
              </a:r>
            </a:p>
          </p:txBody>
        </p:sp>
        <p:sp>
          <p:nvSpPr>
            <p:cNvPr id="68" name="平行四边形 67"/>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zh-CN" altLang="en-US" sz="2135" b="1">
                <a:solidFill>
                  <a:schemeClr val="bg1"/>
                </a:solidFill>
                <a:cs typeface="+mn-ea"/>
                <a:sym typeface="+mn-lt"/>
              </a:endParaRPr>
            </a:p>
          </p:txBody>
        </p:sp>
      </p:grpSp>
      <p:grpSp>
        <p:nvGrpSpPr>
          <p:cNvPr id="69" name="组合 68"/>
          <p:cNvGrpSpPr/>
          <p:nvPr/>
        </p:nvGrpSpPr>
        <p:grpSpPr>
          <a:xfrm>
            <a:off x="4025341" y="4687191"/>
            <a:ext cx="5143000" cy="612920"/>
            <a:chOff x="4315150" y="3035884"/>
            <a:chExt cx="3857250" cy="540057"/>
          </a:xfrm>
        </p:grpSpPr>
        <p:sp>
          <p:nvSpPr>
            <p:cNvPr id="70" name="矩形 69"/>
            <p:cNvSpPr/>
            <p:nvPr/>
          </p:nvSpPr>
          <p:spPr>
            <a:xfrm>
              <a:off x="4841196" y="3118548"/>
              <a:ext cx="2827147" cy="352546"/>
            </a:xfrm>
            <a:prstGeom prst="rect">
              <a:avLst/>
            </a:prstGeom>
            <a:ln w="15875">
              <a:noFill/>
            </a:ln>
          </p:spPr>
          <p:txBody>
            <a:bodyPr wrap="square" lIns="91440" tIns="45720" rIns="91440" bIns="45720">
              <a:spAutoFit/>
            </a:bodyPr>
            <a:lstStyle/>
            <a:p>
              <a:r>
                <a:rPr lang="zh-CN" altLang="en-US" sz="2000" b="1" dirty="0">
                  <a:solidFill>
                    <a:schemeClr val="bg1"/>
                  </a:solidFill>
                  <a:cs typeface="+mn-ea"/>
                  <a:sym typeface="+mn-lt"/>
                </a:rPr>
                <a:t>已完成成果与系统演示</a:t>
              </a:r>
            </a:p>
          </p:txBody>
        </p:sp>
        <p:sp>
          <p:nvSpPr>
            <p:cNvPr id="71" name="平行四边形 70"/>
            <p:cNvSpPr/>
            <p:nvPr/>
          </p:nvSpPr>
          <p:spPr>
            <a:xfrm>
              <a:off x="4315150" y="3035884"/>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zh-CN" altLang="en-US" sz="2135" b="1">
                <a:solidFill>
                  <a:schemeClr val="bg1"/>
                </a:solidFill>
                <a:cs typeface="+mn-ea"/>
                <a:sym typeface="+mn-lt"/>
              </a:endParaRPr>
            </a:p>
          </p:txBody>
        </p:sp>
      </p:grpSp>
      <p:grpSp>
        <p:nvGrpSpPr>
          <p:cNvPr id="72" name="组合 71"/>
          <p:cNvGrpSpPr/>
          <p:nvPr/>
        </p:nvGrpSpPr>
        <p:grpSpPr>
          <a:xfrm>
            <a:off x="4025341" y="5612730"/>
            <a:ext cx="5143000" cy="612920"/>
            <a:chOff x="4315150" y="3730038"/>
            <a:chExt cx="3857250" cy="540057"/>
          </a:xfrm>
        </p:grpSpPr>
        <p:sp>
          <p:nvSpPr>
            <p:cNvPr id="73" name="矩形 72"/>
            <p:cNvSpPr/>
            <p:nvPr/>
          </p:nvSpPr>
          <p:spPr>
            <a:xfrm>
              <a:off x="4841197" y="3812702"/>
              <a:ext cx="2827146" cy="406783"/>
            </a:xfrm>
            <a:prstGeom prst="rect">
              <a:avLst/>
            </a:prstGeom>
            <a:ln w="15875">
              <a:noFill/>
            </a:ln>
          </p:spPr>
          <p:txBody>
            <a:bodyPr wrap="square" lIns="91440" tIns="45720" rIns="91440" bIns="45720">
              <a:spAutoFit/>
            </a:bodyPr>
            <a:lstStyle/>
            <a:p>
              <a:endParaRPr lang="zh-CN" altLang="en-US" sz="2400" b="1" dirty="0">
                <a:solidFill>
                  <a:schemeClr val="bg1"/>
                </a:solidFill>
                <a:cs typeface="+mn-ea"/>
                <a:sym typeface="+mn-lt"/>
              </a:endParaRPr>
            </a:p>
          </p:txBody>
        </p:sp>
        <p:sp>
          <p:nvSpPr>
            <p:cNvPr id="74" name="平行四边形 73"/>
            <p:cNvSpPr/>
            <p:nvPr/>
          </p:nvSpPr>
          <p:spPr>
            <a:xfrm>
              <a:off x="4315150" y="3730038"/>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zh-CN" altLang="en-US" sz="2135" b="1">
                <a:solidFill>
                  <a:schemeClr val="bg1"/>
                </a:solidFill>
                <a:cs typeface="+mn-ea"/>
                <a:sym typeface="+mn-lt"/>
              </a:endParaRPr>
            </a:p>
          </p:txBody>
        </p:sp>
      </p:grpSp>
      <p:grpSp>
        <p:nvGrpSpPr>
          <p:cNvPr id="34" name="组合 33"/>
          <p:cNvGrpSpPr/>
          <p:nvPr/>
        </p:nvGrpSpPr>
        <p:grpSpPr>
          <a:xfrm>
            <a:off x="10608501" y="654444"/>
            <a:ext cx="576064" cy="577112"/>
            <a:chOff x="6084168" y="1274820"/>
            <a:chExt cx="432048" cy="432834"/>
          </a:xfrm>
        </p:grpSpPr>
        <p:sp>
          <p:nvSpPr>
            <p:cNvPr id="35"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400">
                <a:solidFill>
                  <a:srgbClr val="FFFFFF"/>
                </a:solidFill>
                <a:latin typeface="+mn-lt"/>
                <a:ea typeface="+mn-ea"/>
                <a:cs typeface="+mn-ea"/>
                <a:sym typeface="+mn-lt"/>
              </a:endParaRPr>
            </a:p>
          </p:txBody>
        </p:sp>
        <p:sp>
          <p:nvSpPr>
            <p:cNvPr id="36"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45720" tIns="22860" rIns="45720" bIns="22860" anchor="ctr"/>
            <a:lstStyle/>
            <a:p>
              <a:endParaRPr lang="en-US" sz="2400">
                <a:cs typeface="+mn-ea"/>
                <a:sym typeface="+mn-lt"/>
              </a:endParaRPr>
            </a:p>
          </p:txBody>
        </p:sp>
      </p:grpSp>
      <p:grpSp>
        <p:nvGrpSpPr>
          <p:cNvPr id="37" name="组合 36"/>
          <p:cNvGrpSpPr/>
          <p:nvPr/>
        </p:nvGrpSpPr>
        <p:grpSpPr>
          <a:xfrm>
            <a:off x="8880309" y="654968"/>
            <a:ext cx="576064" cy="576064"/>
            <a:chOff x="4788024" y="1275213"/>
            <a:chExt cx="432048" cy="432048"/>
          </a:xfrm>
        </p:grpSpPr>
        <p:sp>
          <p:nvSpPr>
            <p:cNvPr id="38" name="椭圆 65"/>
            <p:cNvSpPr>
              <a:spLocks noChangeArrowheads="1"/>
            </p:cNvSpPr>
            <p:nvPr/>
          </p:nvSpPr>
          <p:spPr bwMode="auto">
            <a:xfrm>
              <a:off x="4788024" y="1275213"/>
              <a:ext cx="432048" cy="432048"/>
            </a:xfrm>
            <a:prstGeom prst="ellipse">
              <a:avLst/>
            </a:prstGeom>
            <a:solidFill>
              <a:srgbClr val="5B9BD5"/>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400">
                <a:solidFill>
                  <a:srgbClr val="FFFFFF"/>
                </a:solidFill>
                <a:latin typeface="+mn-lt"/>
                <a:ea typeface="+mn-ea"/>
                <a:cs typeface="+mn-ea"/>
                <a:sym typeface="+mn-lt"/>
              </a:endParaRPr>
            </a:p>
          </p:txBody>
        </p:sp>
        <p:sp>
          <p:nvSpPr>
            <p:cNvPr id="39"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45720" tIns="22860" rIns="45720" bIns="22860" anchor="ctr"/>
            <a:lstStyle/>
            <a:p>
              <a:endParaRPr lang="en-US" sz="2400">
                <a:cs typeface="+mn-ea"/>
                <a:sym typeface="+mn-lt"/>
              </a:endParaRPr>
            </a:p>
          </p:txBody>
        </p:sp>
      </p:grpSp>
      <p:grpSp>
        <p:nvGrpSpPr>
          <p:cNvPr id="40" name="组合 39"/>
          <p:cNvGrpSpPr/>
          <p:nvPr/>
        </p:nvGrpSpPr>
        <p:grpSpPr>
          <a:xfrm>
            <a:off x="9744406" y="654444"/>
            <a:ext cx="577111" cy="577112"/>
            <a:chOff x="5436096" y="1274820"/>
            <a:chExt cx="432833" cy="432834"/>
          </a:xfrm>
        </p:grpSpPr>
        <p:sp>
          <p:nvSpPr>
            <p:cNvPr id="41" name="椭圆 16"/>
            <p:cNvSpPr>
              <a:spLocks noChangeArrowheads="1"/>
            </p:cNvSpPr>
            <p:nvPr/>
          </p:nvSpPr>
          <p:spPr bwMode="auto">
            <a:xfrm>
              <a:off x="5436096" y="1274820"/>
              <a:ext cx="432833" cy="432834"/>
            </a:xfrm>
            <a:prstGeom prst="ellipse">
              <a:avLst/>
            </a:prstGeom>
            <a:solidFill>
              <a:srgbClr val="5B9BD5"/>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400">
                <a:solidFill>
                  <a:srgbClr val="FFFFFF"/>
                </a:solidFill>
                <a:latin typeface="+mn-lt"/>
                <a:ea typeface="+mn-ea"/>
                <a:cs typeface="+mn-ea"/>
                <a:sym typeface="+mn-lt"/>
              </a:endParaRPr>
            </a:p>
          </p:txBody>
        </p:sp>
        <p:sp>
          <p:nvSpPr>
            <p:cNvPr id="42"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45720" tIns="22860" rIns="45720" bIns="22860" anchor="ctr"/>
            <a:lstStyle/>
            <a:p>
              <a:endParaRPr lang="en-US" sz="2400">
                <a:cs typeface="+mn-ea"/>
                <a:sym typeface="+mn-lt"/>
              </a:endParaRPr>
            </a:p>
          </p:txBody>
        </p:sp>
      </p:grpSp>
      <p:grpSp>
        <p:nvGrpSpPr>
          <p:cNvPr id="44" name="组合 43"/>
          <p:cNvGrpSpPr/>
          <p:nvPr/>
        </p:nvGrpSpPr>
        <p:grpSpPr>
          <a:xfrm>
            <a:off x="7152118" y="654444"/>
            <a:ext cx="577111" cy="577112"/>
            <a:chOff x="3491880" y="1274820"/>
            <a:chExt cx="432833" cy="432834"/>
          </a:xfrm>
        </p:grpSpPr>
        <p:sp>
          <p:nvSpPr>
            <p:cNvPr id="75"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400">
                <a:solidFill>
                  <a:srgbClr val="FFFFFF"/>
                </a:solidFill>
                <a:latin typeface="+mn-lt"/>
                <a:ea typeface="+mn-ea"/>
                <a:cs typeface="+mn-ea"/>
                <a:sym typeface="+mn-lt"/>
              </a:endParaRPr>
            </a:p>
          </p:txBody>
        </p:sp>
        <p:sp>
          <p:nvSpPr>
            <p:cNvPr id="76"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45720" tIns="22860" rIns="45720" bIns="22860" anchor="ctr"/>
            <a:lstStyle/>
            <a:p>
              <a:endParaRPr lang="en-US" sz="2400">
                <a:cs typeface="+mn-ea"/>
                <a:sym typeface="+mn-lt"/>
              </a:endParaRPr>
            </a:p>
          </p:txBody>
        </p:sp>
      </p:grpSp>
      <p:grpSp>
        <p:nvGrpSpPr>
          <p:cNvPr id="77" name="组合 76"/>
          <p:cNvGrpSpPr/>
          <p:nvPr/>
        </p:nvGrpSpPr>
        <p:grpSpPr>
          <a:xfrm>
            <a:off x="8016214" y="654444"/>
            <a:ext cx="577111" cy="577112"/>
            <a:chOff x="4139952" y="1274820"/>
            <a:chExt cx="432833" cy="432834"/>
          </a:xfrm>
        </p:grpSpPr>
        <p:sp>
          <p:nvSpPr>
            <p:cNvPr id="78"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400">
                <a:solidFill>
                  <a:srgbClr val="FFFFFF"/>
                </a:solidFill>
                <a:latin typeface="+mn-lt"/>
                <a:ea typeface="+mn-ea"/>
                <a:cs typeface="+mn-ea"/>
                <a:sym typeface="+mn-lt"/>
              </a:endParaRPr>
            </a:p>
          </p:txBody>
        </p:sp>
        <p:sp>
          <p:nvSpPr>
            <p:cNvPr id="79"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45720" tIns="22860" rIns="45720" bIns="22860" anchor="ctr"/>
            <a:lstStyle/>
            <a:p>
              <a:endParaRPr lang="en-US" sz="2400">
                <a:cs typeface="+mn-ea"/>
                <a:sym typeface="+mn-lt"/>
              </a:endParaRPr>
            </a:p>
          </p:txBody>
        </p:sp>
      </p:grpSp>
      <p:sp>
        <p:nvSpPr>
          <p:cNvPr id="3" name="文本框 2">
            <a:extLst>
              <a:ext uri="{FF2B5EF4-FFF2-40B4-BE49-F238E27FC236}">
                <a16:creationId xmlns:a16="http://schemas.microsoft.com/office/drawing/2014/main" id="{C2DDB11B-1E77-1766-7693-6F684B1053A1}"/>
              </a:ext>
            </a:extLst>
          </p:cNvPr>
          <p:cNvSpPr txBox="1"/>
          <p:nvPr/>
        </p:nvSpPr>
        <p:spPr>
          <a:xfrm>
            <a:off x="4726736" y="5715857"/>
            <a:ext cx="5886435" cy="400110"/>
          </a:xfrm>
          <a:prstGeom prst="rect">
            <a:avLst/>
          </a:prstGeom>
          <a:noFill/>
        </p:spPr>
        <p:txBody>
          <a:bodyPr wrap="square">
            <a:spAutoFit/>
          </a:bodyPr>
          <a:lstStyle/>
          <a:p>
            <a:r>
              <a:rPr lang="zh-CN" altLang="en-US" sz="2000" b="1" dirty="0">
                <a:solidFill>
                  <a:schemeClr val="bg1"/>
                </a:solidFill>
                <a:cs typeface="+mn-ea"/>
                <a:sym typeface="+mn-lt"/>
              </a:rPr>
              <a:t>计划与预期成果（含风险对策）</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0">
        <p15:prstTrans prst="fractur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dissolve">
                                      <p:cBhvr>
                                        <p:cTn id="7" dur="500"/>
                                        <p:tgtEl>
                                          <p:spTgt spid="15">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wipe(left)">
                                      <p:cBhvr>
                                        <p:cTn id="11" dur="500"/>
                                        <p:tgtEl>
                                          <p:spTgt spid="43"/>
                                        </p:tgtEl>
                                      </p:cBhvr>
                                    </p:animEffect>
                                  </p:childTnLst>
                                </p:cTn>
                              </p:par>
                            </p:childTnLst>
                          </p:cTn>
                        </p:par>
                        <p:par>
                          <p:cTn id="12" fill="hold">
                            <p:stCondLst>
                              <p:cond delay="1000"/>
                            </p:stCondLst>
                            <p:childTnLst>
                              <p:par>
                                <p:cTn id="13" presetID="53" presetClass="entr" presetSubtype="16" fill="hold" nodeType="afterEffect">
                                  <p:stCondLst>
                                    <p:cond delay="0"/>
                                  </p:stCondLst>
                                  <p:childTnLst>
                                    <p:set>
                                      <p:cBhvr>
                                        <p:cTn id="14" dur="1" fill="hold">
                                          <p:stCondLst>
                                            <p:cond delay="0"/>
                                          </p:stCondLst>
                                        </p:cTn>
                                        <p:tgtEl>
                                          <p:spTgt spid="44"/>
                                        </p:tgtEl>
                                        <p:attrNameLst>
                                          <p:attrName>style.visibility</p:attrName>
                                        </p:attrNameLst>
                                      </p:cBhvr>
                                      <p:to>
                                        <p:strVal val="visible"/>
                                      </p:to>
                                    </p:set>
                                    <p:anim calcmode="lin" valueType="num">
                                      <p:cBhvr>
                                        <p:cTn id="15" dur="500" fill="hold"/>
                                        <p:tgtEl>
                                          <p:spTgt spid="44"/>
                                        </p:tgtEl>
                                        <p:attrNameLst>
                                          <p:attrName>ppt_w</p:attrName>
                                        </p:attrNameLst>
                                      </p:cBhvr>
                                      <p:tavLst>
                                        <p:tav tm="0">
                                          <p:val>
                                            <p:fltVal val="0"/>
                                          </p:val>
                                        </p:tav>
                                        <p:tav tm="100000">
                                          <p:val>
                                            <p:strVal val="#ppt_w"/>
                                          </p:val>
                                        </p:tav>
                                      </p:tavLst>
                                    </p:anim>
                                    <p:anim calcmode="lin" valueType="num">
                                      <p:cBhvr>
                                        <p:cTn id="16" dur="500" fill="hold"/>
                                        <p:tgtEl>
                                          <p:spTgt spid="44"/>
                                        </p:tgtEl>
                                        <p:attrNameLst>
                                          <p:attrName>ppt_h</p:attrName>
                                        </p:attrNameLst>
                                      </p:cBhvr>
                                      <p:tavLst>
                                        <p:tav tm="0">
                                          <p:val>
                                            <p:fltVal val="0"/>
                                          </p:val>
                                        </p:tav>
                                        <p:tav tm="100000">
                                          <p:val>
                                            <p:strVal val="#ppt_h"/>
                                          </p:val>
                                        </p:tav>
                                      </p:tavLst>
                                    </p:anim>
                                    <p:animEffect transition="in" filter="fade">
                                      <p:cBhvr>
                                        <p:cTn id="17" dur="500"/>
                                        <p:tgtEl>
                                          <p:spTgt spid="44"/>
                                        </p:tgtEl>
                                      </p:cBhvr>
                                    </p:animEffect>
                                  </p:childTnLst>
                                </p:cTn>
                              </p:par>
                              <p:par>
                                <p:cTn id="18" presetID="53" presetClass="entr" presetSubtype="16" fill="hold" nodeType="withEffect">
                                  <p:stCondLst>
                                    <p:cond delay="200"/>
                                  </p:stCondLst>
                                  <p:childTnLst>
                                    <p:set>
                                      <p:cBhvr>
                                        <p:cTn id="19" dur="1" fill="hold">
                                          <p:stCondLst>
                                            <p:cond delay="0"/>
                                          </p:stCondLst>
                                        </p:cTn>
                                        <p:tgtEl>
                                          <p:spTgt spid="77"/>
                                        </p:tgtEl>
                                        <p:attrNameLst>
                                          <p:attrName>style.visibility</p:attrName>
                                        </p:attrNameLst>
                                      </p:cBhvr>
                                      <p:to>
                                        <p:strVal val="visible"/>
                                      </p:to>
                                    </p:set>
                                    <p:anim calcmode="lin" valueType="num">
                                      <p:cBhvr>
                                        <p:cTn id="20" dur="500" fill="hold"/>
                                        <p:tgtEl>
                                          <p:spTgt spid="77"/>
                                        </p:tgtEl>
                                        <p:attrNameLst>
                                          <p:attrName>ppt_w</p:attrName>
                                        </p:attrNameLst>
                                      </p:cBhvr>
                                      <p:tavLst>
                                        <p:tav tm="0">
                                          <p:val>
                                            <p:fltVal val="0"/>
                                          </p:val>
                                        </p:tav>
                                        <p:tav tm="100000">
                                          <p:val>
                                            <p:strVal val="#ppt_w"/>
                                          </p:val>
                                        </p:tav>
                                      </p:tavLst>
                                    </p:anim>
                                    <p:anim calcmode="lin" valueType="num">
                                      <p:cBhvr>
                                        <p:cTn id="21" dur="500" fill="hold"/>
                                        <p:tgtEl>
                                          <p:spTgt spid="77"/>
                                        </p:tgtEl>
                                        <p:attrNameLst>
                                          <p:attrName>ppt_h</p:attrName>
                                        </p:attrNameLst>
                                      </p:cBhvr>
                                      <p:tavLst>
                                        <p:tav tm="0">
                                          <p:val>
                                            <p:fltVal val="0"/>
                                          </p:val>
                                        </p:tav>
                                        <p:tav tm="100000">
                                          <p:val>
                                            <p:strVal val="#ppt_h"/>
                                          </p:val>
                                        </p:tav>
                                      </p:tavLst>
                                    </p:anim>
                                    <p:animEffect transition="in" filter="fade">
                                      <p:cBhvr>
                                        <p:cTn id="22" dur="500"/>
                                        <p:tgtEl>
                                          <p:spTgt spid="77"/>
                                        </p:tgtEl>
                                      </p:cBhvr>
                                    </p:animEffect>
                                  </p:childTnLst>
                                </p:cTn>
                              </p:par>
                              <p:par>
                                <p:cTn id="23" presetID="53" presetClass="entr" presetSubtype="16" fill="hold" nodeType="withEffect">
                                  <p:stCondLst>
                                    <p:cond delay="400"/>
                                  </p:stCondLst>
                                  <p:childTnLst>
                                    <p:set>
                                      <p:cBhvr>
                                        <p:cTn id="24" dur="1" fill="hold">
                                          <p:stCondLst>
                                            <p:cond delay="0"/>
                                          </p:stCondLst>
                                        </p:cTn>
                                        <p:tgtEl>
                                          <p:spTgt spid="37"/>
                                        </p:tgtEl>
                                        <p:attrNameLst>
                                          <p:attrName>style.visibility</p:attrName>
                                        </p:attrNameLst>
                                      </p:cBhvr>
                                      <p:to>
                                        <p:strVal val="visible"/>
                                      </p:to>
                                    </p:set>
                                    <p:anim calcmode="lin" valueType="num">
                                      <p:cBhvr>
                                        <p:cTn id="25" dur="500" fill="hold"/>
                                        <p:tgtEl>
                                          <p:spTgt spid="37"/>
                                        </p:tgtEl>
                                        <p:attrNameLst>
                                          <p:attrName>ppt_w</p:attrName>
                                        </p:attrNameLst>
                                      </p:cBhvr>
                                      <p:tavLst>
                                        <p:tav tm="0">
                                          <p:val>
                                            <p:fltVal val="0"/>
                                          </p:val>
                                        </p:tav>
                                        <p:tav tm="100000">
                                          <p:val>
                                            <p:strVal val="#ppt_w"/>
                                          </p:val>
                                        </p:tav>
                                      </p:tavLst>
                                    </p:anim>
                                    <p:anim calcmode="lin" valueType="num">
                                      <p:cBhvr>
                                        <p:cTn id="26" dur="500" fill="hold"/>
                                        <p:tgtEl>
                                          <p:spTgt spid="37"/>
                                        </p:tgtEl>
                                        <p:attrNameLst>
                                          <p:attrName>ppt_h</p:attrName>
                                        </p:attrNameLst>
                                      </p:cBhvr>
                                      <p:tavLst>
                                        <p:tav tm="0">
                                          <p:val>
                                            <p:fltVal val="0"/>
                                          </p:val>
                                        </p:tav>
                                        <p:tav tm="100000">
                                          <p:val>
                                            <p:strVal val="#ppt_h"/>
                                          </p:val>
                                        </p:tav>
                                      </p:tavLst>
                                    </p:anim>
                                    <p:animEffect transition="in" filter="fade">
                                      <p:cBhvr>
                                        <p:cTn id="27" dur="500"/>
                                        <p:tgtEl>
                                          <p:spTgt spid="37"/>
                                        </p:tgtEl>
                                      </p:cBhvr>
                                    </p:animEffect>
                                  </p:childTnLst>
                                </p:cTn>
                              </p:par>
                              <p:par>
                                <p:cTn id="28" presetID="53" presetClass="entr" presetSubtype="16" fill="hold" nodeType="withEffect">
                                  <p:stCondLst>
                                    <p:cond delay="600"/>
                                  </p:stCondLst>
                                  <p:childTnLst>
                                    <p:set>
                                      <p:cBhvr>
                                        <p:cTn id="29" dur="1" fill="hold">
                                          <p:stCondLst>
                                            <p:cond delay="0"/>
                                          </p:stCondLst>
                                        </p:cTn>
                                        <p:tgtEl>
                                          <p:spTgt spid="40"/>
                                        </p:tgtEl>
                                        <p:attrNameLst>
                                          <p:attrName>style.visibility</p:attrName>
                                        </p:attrNameLst>
                                      </p:cBhvr>
                                      <p:to>
                                        <p:strVal val="visible"/>
                                      </p:to>
                                    </p:set>
                                    <p:anim calcmode="lin" valueType="num">
                                      <p:cBhvr>
                                        <p:cTn id="30" dur="500" fill="hold"/>
                                        <p:tgtEl>
                                          <p:spTgt spid="40"/>
                                        </p:tgtEl>
                                        <p:attrNameLst>
                                          <p:attrName>ppt_w</p:attrName>
                                        </p:attrNameLst>
                                      </p:cBhvr>
                                      <p:tavLst>
                                        <p:tav tm="0">
                                          <p:val>
                                            <p:fltVal val="0"/>
                                          </p:val>
                                        </p:tav>
                                        <p:tav tm="100000">
                                          <p:val>
                                            <p:strVal val="#ppt_w"/>
                                          </p:val>
                                        </p:tav>
                                      </p:tavLst>
                                    </p:anim>
                                    <p:anim calcmode="lin" valueType="num">
                                      <p:cBhvr>
                                        <p:cTn id="31" dur="500" fill="hold"/>
                                        <p:tgtEl>
                                          <p:spTgt spid="40"/>
                                        </p:tgtEl>
                                        <p:attrNameLst>
                                          <p:attrName>ppt_h</p:attrName>
                                        </p:attrNameLst>
                                      </p:cBhvr>
                                      <p:tavLst>
                                        <p:tav tm="0">
                                          <p:val>
                                            <p:fltVal val="0"/>
                                          </p:val>
                                        </p:tav>
                                        <p:tav tm="100000">
                                          <p:val>
                                            <p:strVal val="#ppt_h"/>
                                          </p:val>
                                        </p:tav>
                                      </p:tavLst>
                                    </p:anim>
                                    <p:animEffect transition="in" filter="fade">
                                      <p:cBhvr>
                                        <p:cTn id="32" dur="500"/>
                                        <p:tgtEl>
                                          <p:spTgt spid="40"/>
                                        </p:tgtEl>
                                      </p:cBhvr>
                                    </p:animEffect>
                                  </p:childTnLst>
                                </p:cTn>
                              </p:par>
                              <p:par>
                                <p:cTn id="33" presetID="53" presetClass="entr" presetSubtype="16" fill="hold" nodeType="withEffect">
                                  <p:stCondLst>
                                    <p:cond delay="800"/>
                                  </p:stCondLst>
                                  <p:childTnLst>
                                    <p:set>
                                      <p:cBhvr>
                                        <p:cTn id="34" dur="1" fill="hold">
                                          <p:stCondLst>
                                            <p:cond delay="0"/>
                                          </p:stCondLst>
                                        </p:cTn>
                                        <p:tgtEl>
                                          <p:spTgt spid="34"/>
                                        </p:tgtEl>
                                        <p:attrNameLst>
                                          <p:attrName>style.visibility</p:attrName>
                                        </p:attrNameLst>
                                      </p:cBhvr>
                                      <p:to>
                                        <p:strVal val="visible"/>
                                      </p:to>
                                    </p:set>
                                    <p:anim calcmode="lin" valueType="num">
                                      <p:cBhvr>
                                        <p:cTn id="35" dur="500" fill="hold"/>
                                        <p:tgtEl>
                                          <p:spTgt spid="34"/>
                                        </p:tgtEl>
                                        <p:attrNameLst>
                                          <p:attrName>ppt_w</p:attrName>
                                        </p:attrNameLst>
                                      </p:cBhvr>
                                      <p:tavLst>
                                        <p:tav tm="0">
                                          <p:val>
                                            <p:fltVal val="0"/>
                                          </p:val>
                                        </p:tav>
                                        <p:tav tm="100000">
                                          <p:val>
                                            <p:strVal val="#ppt_w"/>
                                          </p:val>
                                        </p:tav>
                                      </p:tavLst>
                                    </p:anim>
                                    <p:anim calcmode="lin" valueType="num">
                                      <p:cBhvr>
                                        <p:cTn id="36" dur="500" fill="hold"/>
                                        <p:tgtEl>
                                          <p:spTgt spid="34"/>
                                        </p:tgtEl>
                                        <p:attrNameLst>
                                          <p:attrName>ppt_h</p:attrName>
                                        </p:attrNameLst>
                                      </p:cBhvr>
                                      <p:tavLst>
                                        <p:tav tm="0">
                                          <p:val>
                                            <p:fltVal val="0"/>
                                          </p:val>
                                        </p:tav>
                                        <p:tav tm="100000">
                                          <p:val>
                                            <p:strVal val="#ppt_h"/>
                                          </p:val>
                                        </p:tav>
                                      </p:tavLst>
                                    </p:anim>
                                    <p:animEffect transition="in" filter="fade">
                                      <p:cBhvr>
                                        <p:cTn id="37" dur="500"/>
                                        <p:tgtEl>
                                          <p:spTgt spid="34"/>
                                        </p:tgtEl>
                                      </p:cBhvr>
                                    </p:animEffect>
                                  </p:childTnLst>
                                </p:cTn>
                              </p:par>
                            </p:childTnLst>
                          </p:cTn>
                        </p:par>
                        <p:par>
                          <p:cTn id="38" fill="hold">
                            <p:stCondLst>
                              <p:cond delay="1500"/>
                            </p:stCondLst>
                            <p:childTnLst>
                              <p:par>
                                <p:cTn id="39" presetID="2" presetClass="entr" presetSubtype="8" fill="hold" nodeType="afterEffect">
                                  <p:stCondLst>
                                    <p:cond delay="0"/>
                                  </p:stCondLst>
                                  <p:childTnLst>
                                    <p:set>
                                      <p:cBhvr>
                                        <p:cTn id="40" dur="1" fill="hold">
                                          <p:stCondLst>
                                            <p:cond delay="0"/>
                                          </p:stCondLst>
                                        </p:cTn>
                                        <p:tgtEl>
                                          <p:spTgt spid="45"/>
                                        </p:tgtEl>
                                        <p:attrNameLst>
                                          <p:attrName>style.visibility</p:attrName>
                                        </p:attrNameLst>
                                      </p:cBhvr>
                                      <p:to>
                                        <p:strVal val="visible"/>
                                      </p:to>
                                    </p:set>
                                    <p:anim calcmode="lin" valueType="num">
                                      <p:cBhvr additive="base">
                                        <p:cTn id="41" dur="500" fill="hold"/>
                                        <p:tgtEl>
                                          <p:spTgt spid="45"/>
                                        </p:tgtEl>
                                        <p:attrNameLst>
                                          <p:attrName>ppt_x</p:attrName>
                                        </p:attrNameLst>
                                      </p:cBhvr>
                                      <p:tavLst>
                                        <p:tav tm="0">
                                          <p:val>
                                            <p:strVal val="0-#ppt_w/2"/>
                                          </p:val>
                                        </p:tav>
                                        <p:tav tm="100000">
                                          <p:val>
                                            <p:strVal val="#ppt_x"/>
                                          </p:val>
                                        </p:tav>
                                      </p:tavLst>
                                    </p:anim>
                                    <p:anim calcmode="lin" valueType="num">
                                      <p:cBhvr additive="base">
                                        <p:cTn id="42" dur="500" fill="hold"/>
                                        <p:tgtEl>
                                          <p:spTgt spid="45"/>
                                        </p:tgtEl>
                                        <p:attrNameLst>
                                          <p:attrName>ppt_y</p:attrName>
                                        </p:attrNameLst>
                                      </p:cBhvr>
                                      <p:tavLst>
                                        <p:tav tm="0">
                                          <p:val>
                                            <p:strVal val="#ppt_y"/>
                                          </p:val>
                                        </p:tav>
                                        <p:tav tm="100000">
                                          <p:val>
                                            <p:strVal val="#ppt_y"/>
                                          </p:val>
                                        </p:tav>
                                      </p:tavLst>
                                    </p:anim>
                                  </p:childTnLst>
                                </p:cTn>
                              </p:par>
                              <p:par>
                                <p:cTn id="43" presetID="2" presetClass="entr" presetSubtype="2" fill="hold" nodeType="withEffect">
                                  <p:stCondLst>
                                    <p:cond delay="0"/>
                                  </p:stCondLst>
                                  <p:childTnLst>
                                    <p:set>
                                      <p:cBhvr>
                                        <p:cTn id="44" dur="1" fill="hold">
                                          <p:stCondLst>
                                            <p:cond delay="0"/>
                                          </p:stCondLst>
                                        </p:cTn>
                                        <p:tgtEl>
                                          <p:spTgt spid="60"/>
                                        </p:tgtEl>
                                        <p:attrNameLst>
                                          <p:attrName>style.visibility</p:attrName>
                                        </p:attrNameLst>
                                      </p:cBhvr>
                                      <p:to>
                                        <p:strVal val="visible"/>
                                      </p:to>
                                    </p:set>
                                    <p:anim calcmode="lin" valueType="num">
                                      <p:cBhvr additive="base">
                                        <p:cTn id="45" dur="500" fill="hold"/>
                                        <p:tgtEl>
                                          <p:spTgt spid="60"/>
                                        </p:tgtEl>
                                        <p:attrNameLst>
                                          <p:attrName>ppt_x</p:attrName>
                                        </p:attrNameLst>
                                      </p:cBhvr>
                                      <p:tavLst>
                                        <p:tav tm="0">
                                          <p:val>
                                            <p:strVal val="1+#ppt_w/2"/>
                                          </p:val>
                                        </p:tav>
                                        <p:tav tm="100000">
                                          <p:val>
                                            <p:strVal val="#ppt_x"/>
                                          </p:val>
                                        </p:tav>
                                      </p:tavLst>
                                    </p:anim>
                                    <p:anim calcmode="lin" valueType="num">
                                      <p:cBhvr additive="base">
                                        <p:cTn id="46" dur="500" fill="hold"/>
                                        <p:tgtEl>
                                          <p:spTgt spid="60"/>
                                        </p:tgtEl>
                                        <p:attrNameLst>
                                          <p:attrName>ppt_y</p:attrName>
                                        </p:attrNameLst>
                                      </p:cBhvr>
                                      <p:tavLst>
                                        <p:tav tm="0">
                                          <p:val>
                                            <p:strVal val="#ppt_y"/>
                                          </p:val>
                                        </p:tav>
                                        <p:tav tm="100000">
                                          <p:val>
                                            <p:strVal val="#ppt_y"/>
                                          </p:val>
                                        </p:tav>
                                      </p:tavLst>
                                    </p:anim>
                                  </p:childTnLst>
                                </p:cTn>
                              </p:par>
                            </p:childTnLst>
                          </p:cTn>
                        </p:par>
                        <p:par>
                          <p:cTn id="47" fill="hold">
                            <p:stCondLst>
                              <p:cond delay="2000"/>
                            </p:stCondLst>
                            <p:childTnLst>
                              <p:par>
                                <p:cTn id="48" presetID="2" presetClass="entr" presetSubtype="8" fill="hold" nodeType="afterEffect">
                                  <p:stCondLst>
                                    <p:cond delay="0"/>
                                  </p:stCondLst>
                                  <p:childTnLst>
                                    <p:set>
                                      <p:cBhvr>
                                        <p:cTn id="49" dur="1" fill="hold">
                                          <p:stCondLst>
                                            <p:cond delay="0"/>
                                          </p:stCondLst>
                                        </p:cTn>
                                        <p:tgtEl>
                                          <p:spTgt spid="48"/>
                                        </p:tgtEl>
                                        <p:attrNameLst>
                                          <p:attrName>style.visibility</p:attrName>
                                        </p:attrNameLst>
                                      </p:cBhvr>
                                      <p:to>
                                        <p:strVal val="visible"/>
                                      </p:to>
                                    </p:set>
                                    <p:anim calcmode="lin" valueType="num">
                                      <p:cBhvr additive="base">
                                        <p:cTn id="50" dur="500" fill="hold"/>
                                        <p:tgtEl>
                                          <p:spTgt spid="48"/>
                                        </p:tgtEl>
                                        <p:attrNameLst>
                                          <p:attrName>ppt_x</p:attrName>
                                        </p:attrNameLst>
                                      </p:cBhvr>
                                      <p:tavLst>
                                        <p:tav tm="0">
                                          <p:val>
                                            <p:strVal val="0-#ppt_w/2"/>
                                          </p:val>
                                        </p:tav>
                                        <p:tav tm="100000">
                                          <p:val>
                                            <p:strVal val="#ppt_x"/>
                                          </p:val>
                                        </p:tav>
                                      </p:tavLst>
                                    </p:anim>
                                    <p:anim calcmode="lin" valueType="num">
                                      <p:cBhvr additive="base">
                                        <p:cTn id="51" dur="500" fill="hold"/>
                                        <p:tgtEl>
                                          <p:spTgt spid="48"/>
                                        </p:tgtEl>
                                        <p:attrNameLst>
                                          <p:attrName>ppt_y</p:attrName>
                                        </p:attrNameLst>
                                      </p:cBhvr>
                                      <p:tavLst>
                                        <p:tav tm="0">
                                          <p:val>
                                            <p:strVal val="#ppt_y"/>
                                          </p:val>
                                        </p:tav>
                                        <p:tav tm="100000">
                                          <p:val>
                                            <p:strVal val="#ppt_y"/>
                                          </p:val>
                                        </p:tav>
                                      </p:tavLst>
                                    </p:anim>
                                  </p:childTnLst>
                                </p:cTn>
                              </p:par>
                              <p:par>
                                <p:cTn id="52" presetID="2" presetClass="entr" presetSubtype="2" fill="hold" nodeType="withEffect">
                                  <p:stCondLst>
                                    <p:cond delay="0"/>
                                  </p:stCondLst>
                                  <p:childTnLst>
                                    <p:set>
                                      <p:cBhvr>
                                        <p:cTn id="53" dur="1" fill="hold">
                                          <p:stCondLst>
                                            <p:cond delay="0"/>
                                          </p:stCondLst>
                                        </p:cTn>
                                        <p:tgtEl>
                                          <p:spTgt spid="63"/>
                                        </p:tgtEl>
                                        <p:attrNameLst>
                                          <p:attrName>style.visibility</p:attrName>
                                        </p:attrNameLst>
                                      </p:cBhvr>
                                      <p:to>
                                        <p:strVal val="visible"/>
                                      </p:to>
                                    </p:set>
                                    <p:anim calcmode="lin" valueType="num">
                                      <p:cBhvr additive="base">
                                        <p:cTn id="54" dur="500" fill="hold"/>
                                        <p:tgtEl>
                                          <p:spTgt spid="63"/>
                                        </p:tgtEl>
                                        <p:attrNameLst>
                                          <p:attrName>ppt_x</p:attrName>
                                        </p:attrNameLst>
                                      </p:cBhvr>
                                      <p:tavLst>
                                        <p:tav tm="0">
                                          <p:val>
                                            <p:strVal val="1+#ppt_w/2"/>
                                          </p:val>
                                        </p:tav>
                                        <p:tav tm="100000">
                                          <p:val>
                                            <p:strVal val="#ppt_x"/>
                                          </p:val>
                                        </p:tav>
                                      </p:tavLst>
                                    </p:anim>
                                    <p:anim calcmode="lin" valueType="num">
                                      <p:cBhvr additive="base">
                                        <p:cTn id="55" dur="500" fill="hold"/>
                                        <p:tgtEl>
                                          <p:spTgt spid="63"/>
                                        </p:tgtEl>
                                        <p:attrNameLst>
                                          <p:attrName>ppt_y</p:attrName>
                                        </p:attrNameLst>
                                      </p:cBhvr>
                                      <p:tavLst>
                                        <p:tav tm="0">
                                          <p:val>
                                            <p:strVal val="#ppt_y"/>
                                          </p:val>
                                        </p:tav>
                                        <p:tav tm="100000">
                                          <p:val>
                                            <p:strVal val="#ppt_y"/>
                                          </p:val>
                                        </p:tav>
                                      </p:tavLst>
                                    </p:anim>
                                  </p:childTnLst>
                                </p:cTn>
                              </p:par>
                            </p:childTnLst>
                          </p:cTn>
                        </p:par>
                        <p:par>
                          <p:cTn id="56" fill="hold">
                            <p:stCondLst>
                              <p:cond delay="2500"/>
                            </p:stCondLst>
                            <p:childTnLst>
                              <p:par>
                                <p:cTn id="57" presetID="2" presetClass="entr" presetSubtype="8" fill="hold" nodeType="afterEffect">
                                  <p:stCondLst>
                                    <p:cond delay="0"/>
                                  </p:stCondLst>
                                  <p:childTnLst>
                                    <p:set>
                                      <p:cBhvr>
                                        <p:cTn id="58" dur="1" fill="hold">
                                          <p:stCondLst>
                                            <p:cond delay="0"/>
                                          </p:stCondLst>
                                        </p:cTn>
                                        <p:tgtEl>
                                          <p:spTgt spid="51"/>
                                        </p:tgtEl>
                                        <p:attrNameLst>
                                          <p:attrName>style.visibility</p:attrName>
                                        </p:attrNameLst>
                                      </p:cBhvr>
                                      <p:to>
                                        <p:strVal val="visible"/>
                                      </p:to>
                                    </p:set>
                                    <p:anim calcmode="lin" valueType="num">
                                      <p:cBhvr additive="base">
                                        <p:cTn id="59" dur="500" fill="hold"/>
                                        <p:tgtEl>
                                          <p:spTgt spid="51"/>
                                        </p:tgtEl>
                                        <p:attrNameLst>
                                          <p:attrName>ppt_x</p:attrName>
                                        </p:attrNameLst>
                                      </p:cBhvr>
                                      <p:tavLst>
                                        <p:tav tm="0">
                                          <p:val>
                                            <p:strVal val="0-#ppt_w/2"/>
                                          </p:val>
                                        </p:tav>
                                        <p:tav tm="100000">
                                          <p:val>
                                            <p:strVal val="#ppt_x"/>
                                          </p:val>
                                        </p:tav>
                                      </p:tavLst>
                                    </p:anim>
                                    <p:anim calcmode="lin" valueType="num">
                                      <p:cBhvr additive="base">
                                        <p:cTn id="60" dur="500" fill="hold"/>
                                        <p:tgtEl>
                                          <p:spTgt spid="51"/>
                                        </p:tgtEl>
                                        <p:attrNameLst>
                                          <p:attrName>ppt_y</p:attrName>
                                        </p:attrNameLst>
                                      </p:cBhvr>
                                      <p:tavLst>
                                        <p:tav tm="0">
                                          <p:val>
                                            <p:strVal val="#ppt_y"/>
                                          </p:val>
                                        </p:tav>
                                        <p:tav tm="100000">
                                          <p:val>
                                            <p:strVal val="#ppt_y"/>
                                          </p:val>
                                        </p:tav>
                                      </p:tavLst>
                                    </p:anim>
                                  </p:childTnLst>
                                </p:cTn>
                              </p:par>
                              <p:par>
                                <p:cTn id="61" presetID="2" presetClass="entr" presetSubtype="2" fill="hold" nodeType="withEffect">
                                  <p:stCondLst>
                                    <p:cond delay="0"/>
                                  </p:stCondLst>
                                  <p:childTnLst>
                                    <p:set>
                                      <p:cBhvr>
                                        <p:cTn id="62" dur="1" fill="hold">
                                          <p:stCondLst>
                                            <p:cond delay="0"/>
                                          </p:stCondLst>
                                        </p:cTn>
                                        <p:tgtEl>
                                          <p:spTgt spid="66"/>
                                        </p:tgtEl>
                                        <p:attrNameLst>
                                          <p:attrName>style.visibility</p:attrName>
                                        </p:attrNameLst>
                                      </p:cBhvr>
                                      <p:to>
                                        <p:strVal val="visible"/>
                                      </p:to>
                                    </p:set>
                                    <p:anim calcmode="lin" valueType="num">
                                      <p:cBhvr additive="base">
                                        <p:cTn id="63" dur="500" fill="hold"/>
                                        <p:tgtEl>
                                          <p:spTgt spid="66"/>
                                        </p:tgtEl>
                                        <p:attrNameLst>
                                          <p:attrName>ppt_x</p:attrName>
                                        </p:attrNameLst>
                                      </p:cBhvr>
                                      <p:tavLst>
                                        <p:tav tm="0">
                                          <p:val>
                                            <p:strVal val="1+#ppt_w/2"/>
                                          </p:val>
                                        </p:tav>
                                        <p:tav tm="100000">
                                          <p:val>
                                            <p:strVal val="#ppt_x"/>
                                          </p:val>
                                        </p:tav>
                                      </p:tavLst>
                                    </p:anim>
                                    <p:anim calcmode="lin" valueType="num">
                                      <p:cBhvr additive="base">
                                        <p:cTn id="64" dur="500" fill="hold"/>
                                        <p:tgtEl>
                                          <p:spTgt spid="66"/>
                                        </p:tgtEl>
                                        <p:attrNameLst>
                                          <p:attrName>ppt_y</p:attrName>
                                        </p:attrNameLst>
                                      </p:cBhvr>
                                      <p:tavLst>
                                        <p:tav tm="0">
                                          <p:val>
                                            <p:strVal val="#ppt_y"/>
                                          </p:val>
                                        </p:tav>
                                        <p:tav tm="100000">
                                          <p:val>
                                            <p:strVal val="#ppt_y"/>
                                          </p:val>
                                        </p:tav>
                                      </p:tavLst>
                                    </p:anim>
                                  </p:childTnLst>
                                </p:cTn>
                              </p:par>
                            </p:childTnLst>
                          </p:cTn>
                        </p:par>
                        <p:par>
                          <p:cTn id="65" fill="hold">
                            <p:stCondLst>
                              <p:cond delay="3000"/>
                            </p:stCondLst>
                            <p:childTnLst>
                              <p:par>
                                <p:cTn id="66" presetID="2" presetClass="entr" presetSubtype="8" fill="hold" nodeType="afterEffect">
                                  <p:stCondLst>
                                    <p:cond delay="0"/>
                                  </p:stCondLst>
                                  <p:childTnLst>
                                    <p:set>
                                      <p:cBhvr>
                                        <p:cTn id="67" dur="1" fill="hold">
                                          <p:stCondLst>
                                            <p:cond delay="0"/>
                                          </p:stCondLst>
                                        </p:cTn>
                                        <p:tgtEl>
                                          <p:spTgt spid="54"/>
                                        </p:tgtEl>
                                        <p:attrNameLst>
                                          <p:attrName>style.visibility</p:attrName>
                                        </p:attrNameLst>
                                      </p:cBhvr>
                                      <p:to>
                                        <p:strVal val="visible"/>
                                      </p:to>
                                    </p:set>
                                    <p:anim calcmode="lin" valueType="num">
                                      <p:cBhvr additive="base">
                                        <p:cTn id="68" dur="500" fill="hold"/>
                                        <p:tgtEl>
                                          <p:spTgt spid="54"/>
                                        </p:tgtEl>
                                        <p:attrNameLst>
                                          <p:attrName>ppt_x</p:attrName>
                                        </p:attrNameLst>
                                      </p:cBhvr>
                                      <p:tavLst>
                                        <p:tav tm="0">
                                          <p:val>
                                            <p:strVal val="0-#ppt_w/2"/>
                                          </p:val>
                                        </p:tav>
                                        <p:tav tm="100000">
                                          <p:val>
                                            <p:strVal val="#ppt_x"/>
                                          </p:val>
                                        </p:tav>
                                      </p:tavLst>
                                    </p:anim>
                                    <p:anim calcmode="lin" valueType="num">
                                      <p:cBhvr additive="base">
                                        <p:cTn id="69" dur="500" fill="hold"/>
                                        <p:tgtEl>
                                          <p:spTgt spid="54"/>
                                        </p:tgtEl>
                                        <p:attrNameLst>
                                          <p:attrName>ppt_y</p:attrName>
                                        </p:attrNameLst>
                                      </p:cBhvr>
                                      <p:tavLst>
                                        <p:tav tm="0">
                                          <p:val>
                                            <p:strVal val="#ppt_y"/>
                                          </p:val>
                                        </p:tav>
                                        <p:tav tm="100000">
                                          <p:val>
                                            <p:strVal val="#ppt_y"/>
                                          </p:val>
                                        </p:tav>
                                      </p:tavLst>
                                    </p:anim>
                                  </p:childTnLst>
                                </p:cTn>
                              </p:par>
                              <p:par>
                                <p:cTn id="70" presetID="2" presetClass="entr" presetSubtype="2" fill="hold" nodeType="withEffect">
                                  <p:stCondLst>
                                    <p:cond delay="0"/>
                                  </p:stCondLst>
                                  <p:childTnLst>
                                    <p:set>
                                      <p:cBhvr>
                                        <p:cTn id="71" dur="1" fill="hold">
                                          <p:stCondLst>
                                            <p:cond delay="0"/>
                                          </p:stCondLst>
                                        </p:cTn>
                                        <p:tgtEl>
                                          <p:spTgt spid="69"/>
                                        </p:tgtEl>
                                        <p:attrNameLst>
                                          <p:attrName>style.visibility</p:attrName>
                                        </p:attrNameLst>
                                      </p:cBhvr>
                                      <p:to>
                                        <p:strVal val="visible"/>
                                      </p:to>
                                    </p:set>
                                    <p:anim calcmode="lin" valueType="num">
                                      <p:cBhvr additive="base">
                                        <p:cTn id="72" dur="500" fill="hold"/>
                                        <p:tgtEl>
                                          <p:spTgt spid="69"/>
                                        </p:tgtEl>
                                        <p:attrNameLst>
                                          <p:attrName>ppt_x</p:attrName>
                                        </p:attrNameLst>
                                      </p:cBhvr>
                                      <p:tavLst>
                                        <p:tav tm="0">
                                          <p:val>
                                            <p:strVal val="1+#ppt_w/2"/>
                                          </p:val>
                                        </p:tav>
                                        <p:tav tm="100000">
                                          <p:val>
                                            <p:strVal val="#ppt_x"/>
                                          </p:val>
                                        </p:tav>
                                      </p:tavLst>
                                    </p:anim>
                                    <p:anim calcmode="lin" valueType="num">
                                      <p:cBhvr additive="base">
                                        <p:cTn id="73" dur="500" fill="hold"/>
                                        <p:tgtEl>
                                          <p:spTgt spid="69"/>
                                        </p:tgtEl>
                                        <p:attrNameLst>
                                          <p:attrName>ppt_y</p:attrName>
                                        </p:attrNameLst>
                                      </p:cBhvr>
                                      <p:tavLst>
                                        <p:tav tm="0">
                                          <p:val>
                                            <p:strVal val="#ppt_y"/>
                                          </p:val>
                                        </p:tav>
                                        <p:tav tm="100000">
                                          <p:val>
                                            <p:strVal val="#ppt_y"/>
                                          </p:val>
                                        </p:tav>
                                      </p:tavLst>
                                    </p:anim>
                                  </p:childTnLst>
                                </p:cTn>
                              </p:par>
                            </p:childTnLst>
                          </p:cTn>
                        </p:par>
                        <p:par>
                          <p:cTn id="74" fill="hold">
                            <p:stCondLst>
                              <p:cond delay="3500"/>
                            </p:stCondLst>
                            <p:childTnLst>
                              <p:par>
                                <p:cTn id="75" presetID="2" presetClass="entr" presetSubtype="8" fill="hold" nodeType="afterEffect">
                                  <p:stCondLst>
                                    <p:cond delay="0"/>
                                  </p:stCondLst>
                                  <p:childTnLst>
                                    <p:set>
                                      <p:cBhvr>
                                        <p:cTn id="76" dur="1" fill="hold">
                                          <p:stCondLst>
                                            <p:cond delay="0"/>
                                          </p:stCondLst>
                                        </p:cTn>
                                        <p:tgtEl>
                                          <p:spTgt spid="57"/>
                                        </p:tgtEl>
                                        <p:attrNameLst>
                                          <p:attrName>style.visibility</p:attrName>
                                        </p:attrNameLst>
                                      </p:cBhvr>
                                      <p:to>
                                        <p:strVal val="visible"/>
                                      </p:to>
                                    </p:set>
                                    <p:anim calcmode="lin" valueType="num">
                                      <p:cBhvr additive="base">
                                        <p:cTn id="77" dur="500" fill="hold"/>
                                        <p:tgtEl>
                                          <p:spTgt spid="57"/>
                                        </p:tgtEl>
                                        <p:attrNameLst>
                                          <p:attrName>ppt_x</p:attrName>
                                        </p:attrNameLst>
                                      </p:cBhvr>
                                      <p:tavLst>
                                        <p:tav tm="0">
                                          <p:val>
                                            <p:strVal val="0-#ppt_w/2"/>
                                          </p:val>
                                        </p:tav>
                                        <p:tav tm="100000">
                                          <p:val>
                                            <p:strVal val="#ppt_x"/>
                                          </p:val>
                                        </p:tav>
                                      </p:tavLst>
                                    </p:anim>
                                    <p:anim calcmode="lin" valueType="num">
                                      <p:cBhvr additive="base">
                                        <p:cTn id="78" dur="500" fill="hold"/>
                                        <p:tgtEl>
                                          <p:spTgt spid="57"/>
                                        </p:tgtEl>
                                        <p:attrNameLst>
                                          <p:attrName>ppt_y</p:attrName>
                                        </p:attrNameLst>
                                      </p:cBhvr>
                                      <p:tavLst>
                                        <p:tav tm="0">
                                          <p:val>
                                            <p:strVal val="#ppt_y"/>
                                          </p:val>
                                        </p:tav>
                                        <p:tav tm="100000">
                                          <p:val>
                                            <p:strVal val="#ppt_y"/>
                                          </p:val>
                                        </p:tav>
                                      </p:tavLst>
                                    </p:anim>
                                  </p:childTnLst>
                                </p:cTn>
                              </p:par>
                              <p:par>
                                <p:cTn id="79" presetID="2" presetClass="entr" presetSubtype="2" fill="hold" nodeType="withEffect">
                                  <p:stCondLst>
                                    <p:cond delay="0"/>
                                  </p:stCondLst>
                                  <p:childTnLst>
                                    <p:set>
                                      <p:cBhvr>
                                        <p:cTn id="80" dur="1" fill="hold">
                                          <p:stCondLst>
                                            <p:cond delay="0"/>
                                          </p:stCondLst>
                                        </p:cTn>
                                        <p:tgtEl>
                                          <p:spTgt spid="72"/>
                                        </p:tgtEl>
                                        <p:attrNameLst>
                                          <p:attrName>style.visibility</p:attrName>
                                        </p:attrNameLst>
                                      </p:cBhvr>
                                      <p:to>
                                        <p:strVal val="visible"/>
                                      </p:to>
                                    </p:set>
                                    <p:anim calcmode="lin" valueType="num">
                                      <p:cBhvr additive="base">
                                        <p:cTn id="81" dur="500" fill="hold"/>
                                        <p:tgtEl>
                                          <p:spTgt spid="72"/>
                                        </p:tgtEl>
                                        <p:attrNameLst>
                                          <p:attrName>ppt_x</p:attrName>
                                        </p:attrNameLst>
                                      </p:cBhvr>
                                      <p:tavLst>
                                        <p:tav tm="0">
                                          <p:val>
                                            <p:strVal val="1+#ppt_w/2"/>
                                          </p:val>
                                        </p:tav>
                                        <p:tav tm="100000">
                                          <p:val>
                                            <p:strVal val="#ppt_x"/>
                                          </p:val>
                                        </p:tav>
                                      </p:tavLst>
                                    </p:anim>
                                    <p:anim calcmode="lin" valueType="num">
                                      <p:cBhvr additive="base">
                                        <p:cTn id="82" dur="500" fill="hold"/>
                                        <p:tgtEl>
                                          <p:spTgt spid="7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cs typeface="+mn-ea"/>
                <a:sym typeface="+mn-lt"/>
              </a:rPr>
              <a:t>01</a:t>
            </a:r>
            <a:endParaRPr lang="zh-CN" altLang="en-US" dirty="0">
              <a:cs typeface="+mn-ea"/>
              <a:sym typeface="+mn-lt"/>
            </a:endParaRPr>
          </a:p>
        </p:txBody>
      </p:sp>
      <p:sp>
        <p:nvSpPr>
          <p:cNvPr id="3" name="文本占位符 2"/>
          <p:cNvSpPr>
            <a:spLocks noGrp="1"/>
          </p:cNvSpPr>
          <p:nvPr>
            <p:ph type="body" sz="quarter" idx="11"/>
          </p:nvPr>
        </p:nvSpPr>
        <p:spPr/>
        <p:txBody>
          <a:bodyPr/>
          <a:lstStyle/>
          <a:p>
            <a:r>
              <a:rPr lang="zh-CN" altLang="en-US" dirty="0">
                <a:cs typeface="+mn-ea"/>
                <a:sym typeface="+mn-lt"/>
              </a:rPr>
              <a:t>项目背景与意义</a:t>
            </a:r>
          </a:p>
        </p:txBody>
      </p:sp>
      <p:sp>
        <p:nvSpPr>
          <p:cNvPr id="4" name="文本占位符 3"/>
          <p:cNvSpPr>
            <a:spLocks noGrp="1"/>
          </p:cNvSpPr>
          <p:nvPr>
            <p:ph type="body" sz="quarter" idx="12"/>
          </p:nvPr>
        </p:nvSpPr>
        <p:spPr>
          <a:xfrm>
            <a:off x="3288632" y="3672759"/>
            <a:ext cx="5791698" cy="2683407"/>
          </a:xfrm>
        </p:spPr>
        <p:txBody>
          <a:bodyPr>
            <a:normAutofit/>
          </a:bodyPr>
          <a:lstStyle/>
          <a:p>
            <a:pPr>
              <a:lnSpc>
                <a:spcPct val="150000"/>
              </a:lnSpc>
            </a:pPr>
            <a:r>
              <a:rPr lang="zh-CN" altLang="en-US" dirty="0">
                <a:solidFill>
                  <a:schemeClr val="bg1">
                    <a:lumMod val="75000"/>
                  </a:schemeClr>
                </a:solidFill>
                <a:cs typeface="+mn-ea"/>
                <a:sym typeface="+mn-lt"/>
              </a:rPr>
              <a:t>多模态数据质量问题已成为模型效果于安全瓶颈，需要系统化扫描平台。</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5CEA95BD-B2E1-D3F1-9C02-5DE271FD27F9}"/>
              </a:ext>
            </a:extLst>
          </p:cNvPr>
          <p:cNvSpPr txBox="1"/>
          <p:nvPr/>
        </p:nvSpPr>
        <p:spPr>
          <a:xfrm>
            <a:off x="774031" y="1010652"/>
            <a:ext cx="10643937" cy="5693866"/>
          </a:xfrm>
          <a:prstGeom prst="rect">
            <a:avLst/>
          </a:prstGeom>
          <a:noFill/>
        </p:spPr>
        <p:txBody>
          <a:bodyPr wrap="square" rtlCol="0">
            <a:spAutoFit/>
          </a:bodyPr>
          <a:lstStyle/>
          <a:p>
            <a:pPr marL="457200" indent="-457200">
              <a:buFont typeface="Wingdings" panose="05000000000000000000" pitchFamily="2" charset="2"/>
              <a:buChar char="Ø"/>
            </a:pPr>
            <a:r>
              <a:rPr lang="zh-CN" altLang="en-US" sz="2800" dirty="0">
                <a:solidFill>
                  <a:schemeClr val="bg1">
                    <a:lumMod val="95000"/>
                  </a:schemeClr>
                </a:solidFill>
              </a:rPr>
              <a:t>多模态数据成为 </a:t>
            </a:r>
            <a:r>
              <a:rPr lang="en-US" altLang="zh-CN" sz="2800" dirty="0">
                <a:solidFill>
                  <a:schemeClr val="bg1">
                    <a:lumMod val="95000"/>
                  </a:schemeClr>
                </a:solidFill>
              </a:rPr>
              <a:t>AI </a:t>
            </a:r>
            <a:r>
              <a:rPr lang="zh-CN" altLang="en-US" sz="2800" dirty="0">
                <a:solidFill>
                  <a:schemeClr val="bg1">
                    <a:lumMod val="95000"/>
                  </a:schemeClr>
                </a:solidFill>
              </a:rPr>
              <a:t>核心基石，质量直接影响性能</a:t>
            </a:r>
            <a:r>
              <a:rPr lang="en-US" altLang="zh-CN" sz="2800" dirty="0">
                <a:solidFill>
                  <a:schemeClr val="bg1">
                    <a:lumMod val="95000"/>
                  </a:schemeClr>
                </a:solidFill>
              </a:rPr>
              <a:t>/</a:t>
            </a:r>
            <a:r>
              <a:rPr lang="zh-CN" altLang="en-US" sz="2800" dirty="0">
                <a:solidFill>
                  <a:schemeClr val="bg1">
                    <a:lumMod val="95000"/>
                  </a:schemeClr>
                </a:solidFill>
              </a:rPr>
              <a:t>鲁棒性</a:t>
            </a:r>
            <a:r>
              <a:rPr lang="en-US" altLang="zh-CN" sz="2800" dirty="0">
                <a:solidFill>
                  <a:schemeClr val="bg1">
                    <a:lumMod val="95000"/>
                  </a:schemeClr>
                </a:solidFill>
              </a:rPr>
              <a:t>/</a:t>
            </a:r>
            <a:r>
              <a:rPr lang="zh-CN" altLang="en-US" sz="2800" dirty="0">
                <a:solidFill>
                  <a:schemeClr val="bg1">
                    <a:lumMod val="95000"/>
                  </a:schemeClr>
                </a:solidFill>
              </a:rPr>
              <a:t>可信度。</a:t>
            </a:r>
            <a:endParaRPr lang="en-US" altLang="zh-CN" sz="2800" dirty="0">
              <a:solidFill>
                <a:schemeClr val="bg1">
                  <a:lumMod val="95000"/>
                </a:schemeClr>
              </a:solidFill>
            </a:endParaRPr>
          </a:p>
          <a:p>
            <a:pPr marL="457200" indent="-457200">
              <a:buFont typeface="Wingdings" panose="05000000000000000000" pitchFamily="2" charset="2"/>
              <a:buChar char="Ø"/>
            </a:pPr>
            <a:endParaRPr lang="zh-CN" altLang="en-US" sz="2800" dirty="0">
              <a:solidFill>
                <a:schemeClr val="bg1">
                  <a:lumMod val="95000"/>
                </a:schemeClr>
              </a:solidFill>
            </a:endParaRPr>
          </a:p>
          <a:p>
            <a:pPr marL="457200" indent="-457200">
              <a:buFont typeface="Wingdings" panose="05000000000000000000" pitchFamily="2" charset="2"/>
              <a:buChar char="Ø"/>
            </a:pPr>
            <a:r>
              <a:rPr lang="zh-CN" altLang="en-US" sz="2800" dirty="0">
                <a:solidFill>
                  <a:schemeClr val="bg1">
                    <a:lumMod val="95000"/>
                  </a:schemeClr>
                </a:solidFill>
              </a:rPr>
              <a:t>传统质检仅覆盖缺失</a:t>
            </a:r>
            <a:r>
              <a:rPr lang="en-US" altLang="zh-CN" sz="2800" dirty="0">
                <a:solidFill>
                  <a:schemeClr val="bg1">
                    <a:lumMod val="95000"/>
                  </a:schemeClr>
                </a:solidFill>
              </a:rPr>
              <a:t>/</a:t>
            </a:r>
            <a:r>
              <a:rPr lang="zh-CN" altLang="en-US" sz="2800" dirty="0">
                <a:solidFill>
                  <a:schemeClr val="bg1">
                    <a:lumMod val="95000"/>
                  </a:schemeClr>
                </a:solidFill>
              </a:rPr>
              <a:t>重复，无法应对多模态风险。</a:t>
            </a:r>
            <a:endParaRPr lang="en-US" altLang="zh-CN" sz="2800" dirty="0">
              <a:solidFill>
                <a:schemeClr val="bg1">
                  <a:lumMod val="95000"/>
                </a:schemeClr>
              </a:solidFill>
            </a:endParaRPr>
          </a:p>
          <a:p>
            <a:pPr marL="457200" indent="-457200">
              <a:buFont typeface="Wingdings" panose="05000000000000000000" pitchFamily="2" charset="2"/>
              <a:buChar char="Ø"/>
            </a:pPr>
            <a:endParaRPr lang="zh-CN" altLang="en-US" sz="2800" dirty="0">
              <a:solidFill>
                <a:schemeClr val="bg1">
                  <a:lumMod val="95000"/>
                </a:schemeClr>
              </a:solidFill>
            </a:endParaRPr>
          </a:p>
          <a:p>
            <a:pPr marL="457200" indent="-457200">
              <a:buFont typeface="Wingdings" panose="05000000000000000000" pitchFamily="2" charset="2"/>
              <a:buChar char="Ø"/>
            </a:pPr>
            <a:r>
              <a:rPr lang="zh-CN" altLang="en-US" sz="2800" dirty="0">
                <a:solidFill>
                  <a:schemeClr val="bg1">
                    <a:lumMod val="95000"/>
                  </a:schemeClr>
                </a:solidFill>
              </a:rPr>
              <a:t>分布偏差：类别分布不均、概念覆盖不足。</a:t>
            </a:r>
            <a:endParaRPr lang="en-US" altLang="zh-CN" sz="2800" dirty="0">
              <a:solidFill>
                <a:schemeClr val="bg1">
                  <a:lumMod val="95000"/>
                </a:schemeClr>
              </a:solidFill>
            </a:endParaRPr>
          </a:p>
          <a:p>
            <a:pPr marL="457200" indent="-457200">
              <a:buFont typeface="Wingdings" panose="05000000000000000000" pitchFamily="2" charset="2"/>
              <a:buChar char="Ø"/>
            </a:pPr>
            <a:endParaRPr lang="zh-CN" altLang="en-US" sz="2800" dirty="0">
              <a:solidFill>
                <a:schemeClr val="bg1">
                  <a:lumMod val="95000"/>
                </a:schemeClr>
              </a:solidFill>
            </a:endParaRPr>
          </a:p>
          <a:p>
            <a:pPr marL="457200" indent="-457200">
              <a:buFont typeface="Wingdings" panose="05000000000000000000" pitchFamily="2" charset="2"/>
              <a:buChar char="Ø"/>
            </a:pPr>
            <a:r>
              <a:rPr lang="zh-CN" altLang="en-US" sz="2800" dirty="0">
                <a:solidFill>
                  <a:schemeClr val="bg1">
                    <a:lumMod val="95000"/>
                  </a:schemeClr>
                </a:solidFill>
              </a:rPr>
              <a:t>脏数据</a:t>
            </a:r>
            <a:r>
              <a:rPr lang="en-US" altLang="zh-CN" sz="2800" dirty="0">
                <a:solidFill>
                  <a:schemeClr val="bg1">
                    <a:lumMod val="95000"/>
                  </a:schemeClr>
                </a:solidFill>
              </a:rPr>
              <a:t>/</a:t>
            </a:r>
            <a:r>
              <a:rPr lang="zh-CN" altLang="en-US" sz="2800" dirty="0">
                <a:solidFill>
                  <a:schemeClr val="bg1">
                    <a:lumMod val="95000"/>
                  </a:schemeClr>
                </a:solidFill>
              </a:rPr>
              <a:t>标签错误：错标、格式异常、模糊</a:t>
            </a:r>
            <a:r>
              <a:rPr lang="en-US" altLang="zh-CN" sz="2800" dirty="0">
                <a:solidFill>
                  <a:schemeClr val="bg1">
                    <a:lumMod val="95000"/>
                  </a:schemeClr>
                </a:solidFill>
              </a:rPr>
              <a:t>/</a:t>
            </a:r>
            <a:r>
              <a:rPr lang="zh-CN" altLang="en-US" sz="2800" dirty="0">
                <a:solidFill>
                  <a:schemeClr val="bg1">
                    <a:lumMod val="95000"/>
                  </a:schemeClr>
                </a:solidFill>
              </a:rPr>
              <a:t>过曝等。</a:t>
            </a:r>
            <a:endParaRPr lang="en-US" altLang="zh-CN" sz="2800" dirty="0">
              <a:solidFill>
                <a:schemeClr val="bg1">
                  <a:lumMod val="95000"/>
                </a:schemeClr>
              </a:solidFill>
            </a:endParaRPr>
          </a:p>
          <a:p>
            <a:pPr marL="457200" indent="-457200">
              <a:buFont typeface="Wingdings" panose="05000000000000000000" pitchFamily="2" charset="2"/>
              <a:buChar char="Ø"/>
            </a:pPr>
            <a:endParaRPr lang="zh-CN" altLang="en-US" sz="2800" dirty="0">
              <a:solidFill>
                <a:schemeClr val="bg1">
                  <a:lumMod val="95000"/>
                </a:schemeClr>
              </a:solidFill>
            </a:endParaRPr>
          </a:p>
          <a:p>
            <a:pPr marL="457200" indent="-457200">
              <a:buFont typeface="Wingdings" panose="05000000000000000000" pitchFamily="2" charset="2"/>
              <a:buChar char="Ø"/>
            </a:pPr>
            <a:r>
              <a:rPr lang="zh-CN" altLang="en-US" sz="2800" dirty="0">
                <a:solidFill>
                  <a:schemeClr val="bg1">
                    <a:lumMod val="95000"/>
                  </a:schemeClr>
                </a:solidFill>
              </a:rPr>
              <a:t>对抗脆弱性：微小扰动导致模型失效。</a:t>
            </a:r>
            <a:endParaRPr lang="en-US" altLang="zh-CN" sz="2800" dirty="0">
              <a:solidFill>
                <a:schemeClr val="bg1">
                  <a:lumMod val="95000"/>
                </a:schemeClr>
              </a:solidFill>
            </a:endParaRPr>
          </a:p>
          <a:p>
            <a:pPr marL="457200" indent="-457200">
              <a:buFont typeface="Wingdings" panose="05000000000000000000" pitchFamily="2" charset="2"/>
              <a:buChar char="Ø"/>
            </a:pPr>
            <a:endParaRPr lang="zh-CN" altLang="en-US" sz="2800" dirty="0">
              <a:solidFill>
                <a:schemeClr val="bg1">
                  <a:lumMod val="95000"/>
                </a:schemeClr>
              </a:solidFill>
            </a:endParaRPr>
          </a:p>
          <a:p>
            <a:pPr marL="457200" indent="-457200">
              <a:buFont typeface="Wingdings" panose="05000000000000000000" pitchFamily="2" charset="2"/>
              <a:buChar char="Ø"/>
            </a:pPr>
            <a:r>
              <a:rPr lang="zh-CN" altLang="en-US" sz="2800" dirty="0">
                <a:solidFill>
                  <a:schemeClr val="bg1">
                    <a:lumMod val="95000"/>
                  </a:schemeClr>
                </a:solidFill>
              </a:rPr>
              <a:t>物理保真度：违反物理</a:t>
            </a:r>
            <a:r>
              <a:rPr lang="en-US" altLang="zh-CN" sz="2800" dirty="0">
                <a:solidFill>
                  <a:schemeClr val="bg1">
                    <a:lumMod val="95000"/>
                  </a:schemeClr>
                </a:solidFill>
              </a:rPr>
              <a:t>/</a:t>
            </a:r>
            <a:r>
              <a:rPr lang="zh-CN" altLang="en-US" sz="2800" dirty="0">
                <a:solidFill>
                  <a:schemeClr val="bg1">
                    <a:lumMod val="95000"/>
                  </a:schemeClr>
                </a:solidFill>
              </a:rPr>
              <a:t>业务逻辑。</a:t>
            </a:r>
            <a:endParaRPr lang="en-US" altLang="zh-CN" sz="2800" dirty="0">
              <a:solidFill>
                <a:schemeClr val="bg1">
                  <a:lumMod val="95000"/>
                </a:schemeClr>
              </a:solidFill>
            </a:endParaRPr>
          </a:p>
          <a:p>
            <a:pPr marL="457200" indent="-457200">
              <a:buFont typeface="Wingdings" panose="05000000000000000000" pitchFamily="2" charset="2"/>
              <a:buChar char="Ø"/>
            </a:pPr>
            <a:endParaRPr lang="zh-CN" altLang="en-US" sz="2800" dirty="0">
              <a:solidFill>
                <a:schemeClr val="bg1">
                  <a:lumMod val="95000"/>
                </a:schemeClr>
              </a:solidFill>
            </a:endParaRPr>
          </a:p>
          <a:p>
            <a:pPr algn="ctr"/>
            <a:r>
              <a:rPr lang="zh-CN" altLang="en-US" sz="2800" dirty="0">
                <a:solidFill>
                  <a:schemeClr val="bg1"/>
                </a:solidFill>
              </a:rPr>
              <a:t>意义：建立统一质量扫描体系，支撑高标准数据治理。</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cs typeface="+mn-ea"/>
                <a:sym typeface="+mn-lt"/>
              </a:rPr>
              <a:t>02</a:t>
            </a:r>
            <a:endParaRPr lang="zh-CN" altLang="en-US" dirty="0">
              <a:cs typeface="+mn-ea"/>
              <a:sym typeface="+mn-lt"/>
            </a:endParaRPr>
          </a:p>
        </p:txBody>
      </p:sp>
      <p:sp>
        <p:nvSpPr>
          <p:cNvPr id="4" name="文本占位符 3"/>
          <p:cNvSpPr>
            <a:spLocks noGrp="1"/>
          </p:cNvSpPr>
          <p:nvPr>
            <p:ph type="body" sz="quarter" idx="11"/>
          </p:nvPr>
        </p:nvSpPr>
        <p:spPr/>
        <p:txBody>
          <a:bodyPr/>
          <a:lstStyle/>
          <a:p>
            <a:r>
              <a:rPr lang="zh-CN" altLang="en-US" dirty="0">
                <a:cs typeface="+mn-ea"/>
                <a:sym typeface="+mn-lt"/>
              </a:rPr>
              <a:t>系统目标与总体架构</a:t>
            </a:r>
          </a:p>
        </p:txBody>
      </p:sp>
      <p:sp>
        <p:nvSpPr>
          <p:cNvPr id="5" name="文本占位符 4"/>
          <p:cNvSpPr>
            <a:spLocks noGrp="1"/>
          </p:cNvSpPr>
          <p:nvPr>
            <p:ph type="body" sz="quarter" idx="12"/>
          </p:nvPr>
        </p:nvSpPr>
        <p:spPr/>
        <p:txBody>
          <a:bodyPr>
            <a:normAutofit fontScale="92500"/>
          </a:bodyPr>
          <a:lstStyle/>
          <a:p>
            <a:r>
              <a:rPr lang="zh-CN" altLang="en-US" dirty="0">
                <a:cs typeface="+mn-ea"/>
                <a:sym typeface="+mn-lt"/>
              </a:rPr>
              <a:t>点击输入本栏的具体文字简明扼要的说明分项内容点击输入本栏的具体文字简明扼要的说明分项</a:t>
            </a:r>
          </a:p>
          <a:p>
            <a:endParaRPr lang="zh-CN" altLang="en-US"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p:cNvSpPr/>
          <p:nvPr/>
        </p:nvSpPr>
        <p:spPr bwMode="auto">
          <a:xfrm>
            <a:off x="1295467" y="2948947"/>
            <a:ext cx="1973063" cy="177893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19050" cap="flat">
            <a:solidFill>
              <a:srgbClr val="5B9BD5"/>
            </a:solidFill>
            <a:prstDash val="solid"/>
            <a:miter lim="800000"/>
          </a:ln>
        </p:spPr>
        <p:txBody>
          <a:bodyPr vert="horz" wrap="square" lIns="121920" tIns="60960" rIns="121920" bIns="60960" numCol="1" anchor="t" anchorCtr="0" compatLnSpc="1"/>
          <a:lstStyle/>
          <a:p>
            <a:endParaRPr lang="zh-CN" altLang="en-US" sz="2400">
              <a:cs typeface="+mn-ea"/>
              <a:sym typeface="+mn-lt"/>
            </a:endParaRPr>
          </a:p>
        </p:txBody>
      </p:sp>
      <p:sp>
        <p:nvSpPr>
          <p:cNvPr id="3" name="TextBox 2"/>
          <p:cNvSpPr txBox="1"/>
          <p:nvPr/>
        </p:nvSpPr>
        <p:spPr>
          <a:xfrm>
            <a:off x="1676207" y="3263898"/>
            <a:ext cx="1211581" cy="1149545"/>
          </a:xfrm>
          <a:prstGeom prst="rect">
            <a:avLst/>
          </a:prstGeom>
          <a:noFill/>
        </p:spPr>
        <p:txBody>
          <a:bodyPr wrap="square" lIns="0" tIns="0" rIns="0" bIns="0" rtlCol="0">
            <a:spAutoFit/>
          </a:bodyPr>
          <a:lstStyle>
            <a:defPPr>
              <a:defRPr lang="zh-CN"/>
            </a:defPPr>
            <a:lvl1pPr>
              <a:defRPr sz="2200">
                <a:solidFill>
                  <a:schemeClr val="bg1"/>
                </a:solidFill>
                <a:latin typeface="微软雅黑" panose="020B0503020204020204" pitchFamily="34" charset="-122"/>
                <a:ea typeface="微软雅黑" panose="020B0503020204020204" pitchFamily="34" charset="-122"/>
              </a:defRPr>
            </a:lvl1pPr>
          </a:lstStyle>
          <a:p>
            <a:pPr algn="ctr"/>
            <a:r>
              <a:rPr lang="zh-CN" altLang="en-US" sz="3735" b="1" dirty="0">
                <a:latin typeface="+mn-lt"/>
                <a:ea typeface="+mn-ea"/>
                <a:cs typeface="+mn-ea"/>
                <a:sym typeface="+mn-lt"/>
              </a:rPr>
              <a:t>系统目标</a:t>
            </a:r>
          </a:p>
        </p:txBody>
      </p:sp>
      <p:sp>
        <p:nvSpPr>
          <p:cNvPr id="4" name="圆角矩形 3"/>
          <p:cNvSpPr/>
          <p:nvPr/>
        </p:nvSpPr>
        <p:spPr>
          <a:xfrm>
            <a:off x="4264645" y="1068530"/>
            <a:ext cx="5972069" cy="602247"/>
          </a:xfrm>
          <a:prstGeom prst="roundRect">
            <a:avLst>
              <a:gd name="adj" fmla="val 20638"/>
            </a:avLst>
          </a:prstGeom>
          <a:noFill/>
          <a:ln w="19050">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cs typeface="+mn-ea"/>
              <a:sym typeface="+mn-lt"/>
            </a:endParaRPr>
          </a:p>
        </p:txBody>
      </p:sp>
      <p:sp>
        <p:nvSpPr>
          <p:cNvPr id="5" name="Freeform 5"/>
          <p:cNvSpPr/>
          <p:nvPr/>
        </p:nvSpPr>
        <p:spPr bwMode="auto">
          <a:xfrm>
            <a:off x="3534624" y="1780905"/>
            <a:ext cx="730021" cy="4144372"/>
          </a:xfrm>
          <a:custGeom>
            <a:avLst/>
            <a:gdLst>
              <a:gd name="T0" fmla="*/ 1999 w 3544"/>
              <a:gd name="T1" fmla="*/ 9150 h 14563"/>
              <a:gd name="T2" fmla="*/ 1999 w 3544"/>
              <a:gd name="T3" fmla="*/ 12306 h 14563"/>
              <a:gd name="T4" fmla="*/ 2353 w 3544"/>
              <a:gd name="T5" fmla="*/ 13628 h 14563"/>
              <a:gd name="T6" fmla="*/ 3544 w 3544"/>
              <a:gd name="T7" fmla="*/ 14112 h 14563"/>
              <a:gd name="T8" fmla="*/ 3544 w 3544"/>
              <a:gd name="T9" fmla="*/ 14563 h 14563"/>
              <a:gd name="T10" fmla="*/ 1933 w 3544"/>
              <a:gd name="T11" fmla="*/ 14016 h 14563"/>
              <a:gd name="T12" fmla="*/ 1419 w 3544"/>
              <a:gd name="T13" fmla="*/ 12050 h 14563"/>
              <a:gd name="T14" fmla="*/ 1419 w 3544"/>
              <a:gd name="T15" fmla="*/ 9279 h 14563"/>
              <a:gd name="T16" fmla="*/ 1160 w 3544"/>
              <a:gd name="T17" fmla="*/ 8022 h 14563"/>
              <a:gd name="T18" fmla="*/ 0 w 3544"/>
              <a:gd name="T19" fmla="*/ 7475 h 14563"/>
              <a:gd name="T20" fmla="*/ 0 w 3544"/>
              <a:gd name="T21" fmla="*/ 7088 h 14563"/>
              <a:gd name="T22" fmla="*/ 1127 w 3544"/>
              <a:gd name="T23" fmla="*/ 6571 h 14563"/>
              <a:gd name="T24" fmla="*/ 1419 w 3544"/>
              <a:gd name="T25" fmla="*/ 5284 h 14563"/>
              <a:gd name="T26" fmla="*/ 1419 w 3544"/>
              <a:gd name="T27" fmla="*/ 2513 h 14563"/>
              <a:gd name="T28" fmla="*/ 1933 w 3544"/>
              <a:gd name="T29" fmla="*/ 547 h 14563"/>
              <a:gd name="T30" fmla="*/ 3544 w 3544"/>
              <a:gd name="T31" fmla="*/ 0 h 14563"/>
              <a:gd name="T32" fmla="*/ 3544 w 3544"/>
              <a:gd name="T33" fmla="*/ 451 h 14563"/>
              <a:gd name="T34" fmla="*/ 2353 w 3544"/>
              <a:gd name="T35" fmla="*/ 902 h 14563"/>
              <a:gd name="T36" fmla="*/ 1999 w 3544"/>
              <a:gd name="T37" fmla="*/ 2254 h 14563"/>
              <a:gd name="T38" fmla="*/ 1999 w 3544"/>
              <a:gd name="T39" fmla="*/ 5413 h 14563"/>
              <a:gd name="T40" fmla="*/ 580 w 3544"/>
              <a:gd name="T41" fmla="*/ 7275 h 14563"/>
              <a:gd name="T42" fmla="*/ 580 w 3544"/>
              <a:gd name="T43" fmla="*/ 7304 h 14563"/>
              <a:gd name="T44" fmla="*/ 1999 w 3544"/>
              <a:gd name="T45" fmla="*/ 9150 h 14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544" h="14563">
                <a:moveTo>
                  <a:pt x="1999" y="9150"/>
                </a:moveTo>
                <a:lnTo>
                  <a:pt x="1999" y="12306"/>
                </a:lnTo>
                <a:cubicBezTo>
                  <a:pt x="1999" y="12867"/>
                  <a:pt x="2117" y="13306"/>
                  <a:pt x="2353" y="13628"/>
                </a:cubicBezTo>
                <a:cubicBezTo>
                  <a:pt x="2590" y="13950"/>
                  <a:pt x="2986" y="14112"/>
                  <a:pt x="3544" y="14112"/>
                </a:cubicBezTo>
                <a:lnTo>
                  <a:pt x="3544" y="14563"/>
                </a:lnTo>
                <a:cubicBezTo>
                  <a:pt x="2815" y="14563"/>
                  <a:pt x="2276" y="14379"/>
                  <a:pt x="1933" y="14016"/>
                </a:cubicBezTo>
                <a:cubicBezTo>
                  <a:pt x="1589" y="13650"/>
                  <a:pt x="1419" y="12993"/>
                  <a:pt x="1419" y="12050"/>
                </a:cubicBezTo>
                <a:lnTo>
                  <a:pt x="1419" y="9279"/>
                </a:lnTo>
                <a:cubicBezTo>
                  <a:pt x="1419" y="8762"/>
                  <a:pt x="1333" y="8344"/>
                  <a:pt x="1160" y="8022"/>
                </a:cubicBezTo>
                <a:cubicBezTo>
                  <a:pt x="990" y="7701"/>
                  <a:pt x="602" y="7516"/>
                  <a:pt x="0" y="7475"/>
                </a:cubicBezTo>
                <a:lnTo>
                  <a:pt x="0" y="7088"/>
                </a:lnTo>
                <a:cubicBezTo>
                  <a:pt x="558" y="7002"/>
                  <a:pt x="935" y="6829"/>
                  <a:pt x="1127" y="6571"/>
                </a:cubicBezTo>
                <a:cubicBezTo>
                  <a:pt x="1322" y="6315"/>
                  <a:pt x="1419" y="5883"/>
                  <a:pt x="1419" y="5284"/>
                </a:cubicBezTo>
                <a:lnTo>
                  <a:pt x="1419" y="2513"/>
                </a:lnTo>
                <a:cubicBezTo>
                  <a:pt x="1419" y="1567"/>
                  <a:pt x="1589" y="913"/>
                  <a:pt x="1933" y="547"/>
                </a:cubicBezTo>
                <a:cubicBezTo>
                  <a:pt x="2276" y="181"/>
                  <a:pt x="2815" y="0"/>
                  <a:pt x="3544" y="0"/>
                </a:cubicBezTo>
                <a:lnTo>
                  <a:pt x="3544" y="451"/>
                </a:lnTo>
                <a:cubicBezTo>
                  <a:pt x="2986" y="451"/>
                  <a:pt x="2590" y="602"/>
                  <a:pt x="2353" y="902"/>
                </a:cubicBezTo>
                <a:cubicBezTo>
                  <a:pt x="2117" y="1201"/>
                  <a:pt x="1999" y="1652"/>
                  <a:pt x="1999" y="2254"/>
                </a:cubicBezTo>
                <a:lnTo>
                  <a:pt x="1999" y="5413"/>
                </a:lnTo>
                <a:cubicBezTo>
                  <a:pt x="1999" y="6265"/>
                  <a:pt x="1592" y="7275"/>
                  <a:pt x="580" y="7275"/>
                </a:cubicBezTo>
                <a:lnTo>
                  <a:pt x="580" y="7304"/>
                </a:lnTo>
                <a:cubicBezTo>
                  <a:pt x="1565" y="7304"/>
                  <a:pt x="1999" y="8309"/>
                  <a:pt x="1999" y="9150"/>
                </a:cubicBezTo>
                <a:close/>
              </a:path>
            </a:pathLst>
          </a:custGeom>
          <a:solidFill>
            <a:schemeClr val="accent1"/>
          </a:solidFill>
          <a:ln>
            <a:noFill/>
          </a:ln>
        </p:spPr>
        <p:txBody>
          <a:bodyPr vert="horz" wrap="square" lIns="121920" tIns="60960" rIns="121920" bIns="60960" numCol="1" anchor="t" anchorCtr="0" compatLnSpc="1"/>
          <a:lstStyle/>
          <a:p>
            <a:endParaRPr lang="zh-CN" altLang="en-US" sz="2400">
              <a:solidFill>
                <a:schemeClr val="bg1"/>
              </a:solidFill>
              <a:cs typeface="+mn-ea"/>
              <a:sym typeface="+mn-lt"/>
            </a:endParaRPr>
          </a:p>
        </p:txBody>
      </p:sp>
      <p:sp>
        <p:nvSpPr>
          <p:cNvPr id="6" name="圆角矩形 5"/>
          <p:cNvSpPr/>
          <p:nvPr/>
        </p:nvSpPr>
        <p:spPr>
          <a:xfrm>
            <a:off x="4264643" y="1963521"/>
            <a:ext cx="5972069" cy="602247"/>
          </a:xfrm>
          <a:prstGeom prst="roundRect">
            <a:avLst>
              <a:gd name="adj" fmla="val 25274"/>
            </a:avLst>
          </a:prstGeom>
          <a:noFill/>
          <a:ln w="19050">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cs typeface="+mn-ea"/>
              <a:sym typeface="+mn-lt"/>
            </a:endParaRPr>
          </a:p>
        </p:txBody>
      </p:sp>
      <p:sp>
        <p:nvSpPr>
          <p:cNvPr id="7" name="圆角矩形 6"/>
          <p:cNvSpPr/>
          <p:nvPr/>
        </p:nvSpPr>
        <p:spPr>
          <a:xfrm>
            <a:off x="4264643" y="2928894"/>
            <a:ext cx="5972069" cy="602247"/>
          </a:xfrm>
          <a:prstGeom prst="roundRect">
            <a:avLst>
              <a:gd name="adj" fmla="val 25274"/>
            </a:avLst>
          </a:prstGeom>
          <a:noFill/>
          <a:ln w="19050">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cs typeface="+mn-ea"/>
              <a:sym typeface="+mn-lt"/>
            </a:endParaRPr>
          </a:p>
        </p:txBody>
      </p:sp>
      <p:sp>
        <p:nvSpPr>
          <p:cNvPr id="8" name="圆角矩形 7"/>
          <p:cNvSpPr/>
          <p:nvPr/>
        </p:nvSpPr>
        <p:spPr>
          <a:xfrm>
            <a:off x="4264641" y="3914662"/>
            <a:ext cx="5972069" cy="602247"/>
          </a:xfrm>
          <a:prstGeom prst="roundRect">
            <a:avLst>
              <a:gd name="adj" fmla="val 26820"/>
            </a:avLst>
          </a:prstGeom>
          <a:noFill/>
          <a:ln w="19050">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cs typeface="+mn-ea"/>
              <a:sym typeface="+mn-lt"/>
            </a:endParaRPr>
          </a:p>
        </p:txBody>
      </p:sp>
      <p:sp>
        <p:nvSpPr>
          <p:cNvPr id="9" name="TextBox 8"/>
          <p:cNvSpPr txBox="1"/>
          <p:nvPr/>
        </p:nvSpPr>
        <p:spPr>
          <a:xfrm>
            <a:off x="4745009" y="1257114"/>
            <a:ext cx="5011339" cy="270459"/>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nSpc>
                <a:spcPct val="120000"/>
              </a:lnSpc>
            </a:pPr>
            <a:r>
              <a:rPr lang="zh-CN" altLang="en-US" sz="1600" dirty="0">
                <a:solidFill>
                  <a:schemeClr val="bg1"/>
                </a:solidFill>
                <a:latin typeface="+mn-lt"/>
                <a:ea typeface="+mn-ea"/>
                <a:cs typeface="+mn-ea"/>
                <a:sym typeface="+mn-lt"/>
              </a:rPr>
              <a:t>构建统一平台：登记、扫描、汇总、报告一体化。</a:t>
            </a:r>
            <a:endParaRPr lang="en-US" altLang="zh-CN" sz="1600" dirty="0">
              <a:solidFill>
                <a:schemeClr val="bg1"/>
              </a:solidFill>
              <a:latin typeface="+mn-lt"/>
              <a:ea typeface="+mn-ea"/>
              <a:cs typeface="+mn-ea"/>
              <a:sym typeface="+mn-lt"/>
            </a:endParaRPr>
          </a:p>
        </p:txBody>
      </p:sp>
      <p:sp>
        <p:nvSpPr>
          <p:cNvPr id="10" name="TextBox 9"/>
          <p:cNvSpPr txBox="1"/>
          <p:nvPr/>
        </p:nvSpPr>
        <p:spPr>
          <a:xfrm>
            <a:off x="4745003" y="2157384"/>
            <a:ext cx="5011339" cy="270459"/>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nSpc>
                <a:spcPct val="120000"/>
              </a:lnSpc>
            </a:pPr>
            <a:r>
              <a:rPr lang="zh-CN" altLang="en-US" sz="1600" dirty="0">
                <a:solidFill>
                  <a:schemeClr val="bg1"/>
                </a:solidFill>
                <a:latin typeface="+mn-lt"/>
                <a:ea typeface="+mn-ea"/>
                <a:cs typeface="+mn-ea"/>
                <a:sym typeface="+mn-lt"/>
              </a:rPr>
              <a:t>覆盖模态：表格</a:t>
            </a:r>
            <a:r>
              <a:rPr lang="en-US" altLang="zh-CN" sz="1600" dirty="0">
                <a:solidFill>
                  <a:schemeClr val="bg1"/>
                </a:solidFill>
                <a:latin typeface="+mn-lt"/>
                <a:ea typeface="+mn-ea"/>
                <a:cs typeface="+mn-ea"/>
                <a:sym typeface="+mn-lt"/>
              </a:rPr>
              <a:t>/</a:t>
            </a:r>
            <a:r>
              <a:rPr lang="zh-CN" altLang="en-US" sz="1600" dirty="0">
                <a:solidFill>
                  <a:schemeClr val="bg1"/>
                </a:solidFill>
                <a:latin typeface="+mn-lt"/>
                <a:ea typeface="+mn-ea"/>
                <a:cs typeface="+mn-ea"/>
                <a:sym typeface="+mn-lt"/>
              </a:rPr>
              <a:t>文本</a:t>
            </a:r>
            <a:r>
              <a:rPr lang="en-US" altLang="zh-CN" sz="1600" dirty="0">
                <a:solidFill>
                  <a:schemeClr val="bg1"/>
                </a:solidFill>
                <a:latin typeface="+mn-lt"/>
                <a:ea typeface="+mn-ea"/>
                <a:cs typeface="+mn-ea"/>
                <a:sym typeface="+mn-lt"/>
              </a:rPr>
              <a:t>/</a:t>
            </a:r>
            <a:r>
              <a:rPr lang="zh-CN" altLang="en-US" sz="1600" dirty="0">
                <a:solidFill>
                  <a:schemeClr val="bg1"/>
                </a:solidFill>
                <a:latin typeface="+mn-lt"/>
                <a:ea typeface="+mn-ea"/>
                <a:cs typeface="+mn-ea"/>
                <a:sym typeface="+mn-lt"/>
              </a:rPr>
              <a:t>时序</a:t>
            </a:r>
            <a:r>
              <a:rPr lang="en-US" altLang="zh-CN" sz="1600" dirty="0">
                <a:solidFill>
                  <a:schemeClr val="bg1"/>
                </a:solidFill>
                <a:latin typeface="+mn-lt"/>
                <a:ea typeface="+mn-ea"/>
                <a:cs typeface="+mn-ea"/>
                <a:sym typeface="+mn-lt"/>
              </a:rPr>
              <a:t>/</a:t>
            </a:r>
            <a:r>
              <a:rPr lang="zh-CN" altLang="en-US" sz="1600" dirty="0">
                <a:solidFill>
                  <a:schemeClr val="bg1"/>
                </a:solidFill>
                <a:latin typeface="+mn-lt"/>
                <a:ea typeface="+mn-ea"/>
                <a:cs typeface="+mn-ea"/>
                <a:sym typeface="+mn-lt"/>
              </a:rPr>
              <a:t>图像。</a:t>
            </a:r>
            <a:endParaRPr lang="en-US" altLang="zh-CN" sz="1600" dirty="0">
              <a:solidFill>
                <a:schemeClr val="bg1"/>
              </a:solidFill>
              <a:latin typeface="+mn-lt"/>
              <a:ea typeface="+mn-ea"/>
              <a:cs typeface="+mn-ea"/>
              <a:sym typeface="+mn-lt"/>
            </a:endParaRPr>
          </a:p>
        </p:txBody>
      </p:sp>
      <p:sp>
        <p:nvSpPr>
          <p:cNvPr id="11" name="TextBox 10"/>
          <p:cNvSpPr txBox="1"/>
          <p:nvPr/>
        </p:nvSpPr>
        <p:spPr>
          <a:xfrm>
            <a:off x="4745007" y="3064292"/>
            <a:ext cx="5011339" cy="269241"/>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nSpc>
                <a:spcPct val="120000"/>
              </a:lnSpc>
            </a:pPr>
            <a:r>
              <a:rPr lang="zh-CN" altLang="en-US" sz="1600" dirty="0">
                <a:solidFill>
                  <a:schemeClr val="bg1"/>
                </a:solidFill>
                <a:latin typeface="+mn-lt"/>
                <a:ea typeface="+mn-ea"/>
                <a:cs typeface="+mn-ea"/>
                <a:sym typeface="+mn-lt"/>
              </a:rPr>
              <a:t>四引擎检测：分布偏差</a:t>
            </a:r>
            <a:r>
              <a:rPr lang="en-US" altLang="zh-CN" sz="1600" dirty="0">
                <a:solidFill>
                  <a:schemeClr val="bg1"/>
                </a:solidFill>
                <a:latin typeface="+mn-lt"/>
                <a:ea typeface="+mn-ea"/>
                <a:cs typeface="+mn-ea"/>
                <a:sym typeface="+mn-lt"/>
              </a:rPr>
              <a:t>/</a:t>
            </a:r>
            <a:r>
              <a:rPr lang="zh-CN" altLang="en-US" sz="1600" dirty="0">
                <a:solidFill>
                  <a:schemeClr val="bg1"/>
                </a:solidFill>
                <a:latin typeface="+mn-lt"/>
                <a:ea typeface="+mn-ea"/>
                <a:cs typeface="+mn-ea"/>
                <a:sym typeface="+mn-lt"/>
              </a:rPr>
              <a:t>脏数据</a:t>
            </a:r>
            <a:r>
              <a:rPr lang="en-US" altLang="zh-CN" sz="1600" dirty="0">
                <a:solidFill>
                  <a:schemeClr val="bg1"/>
                </a:solidFill>
                <a:latin typeface="+mn-lt"/>
                <a:ea typeface="+mn-ea"/>
                <a:cs typeface="+mn-ea"/>
                <a:sym typeface="+mn-lt"/>
              </a:rPr>
              <a:t>/</a:t>
            </a:r>
            <a:r>
              <a:rPr lang="zh-CN" altLang="en-US" sz="1600" dirty="0">
                <a:solidFill>
                  <a:schemeClr val="bg1"/>
                </a:solidFill>
                <a:latin typeface="+mn-lt"/>
                <a:ea typeface="+mn-ea"/>
                <a:cs typeface="+mn-ea"/>
                <a:sym typeface="+mn-lt"/>
              </a:rPr>
              <a:t>对抗脆弱性</a:t>
            </a:r>
            <a:r>
              <a:rPr lang="en-US" altLang="zh-CN" sz="1600" dirty="0">
                <a:solidFill>
                  <a:schemeClr val="bg1"/>
                </a:solidFill>
                <a:latin typeface="+mn-lt"/>
                <a:ea typeface="+mn-ea"/>
                <a:cs typeface="+mn-ea"/>
                <a:sym typeface="+mn-lt"/>
              </a:rPr>
              <a:t>/</a:t>
            </a:r>
            <a:r>
              <a:rPr lang="zh-CN" altLang="en-US" sz="1600" dirty="0">
                <a:solidFill>
                  <a:schemeClr val="bg1"/>
                </a:solidFill>
                <a:latin typeface="+mn-lt"/>
                <a:ea typeface="+mn-ea"/>
                <a:cs typeface="+mn-ea"/>
                <a:sym typeface="+mn-lt"/>
              </a:rPr>
              <a:t>物理保真度。</a:t>
            </a:r>
            <a:endParaRPr lang="en-US" altLang="zh-CN" sz="1600" dirty="0">
              <a:solidFill>
                <a:schemeClr val="bg1"/>
              </a:solidFill>
              <a:latin typeface="+mn-lt"/>
              <a:ea typeface="+mn-ea"/>
              <a:cs typeface="+mn-ea"/>
              <a:sym typeface="+mn-lt"/>
            </a:endParaRPr>
          </a:p>
        </p:txBody>
      </p:sp>
      <p:sp>
        <p:nvSpPr>
          <p:cNvPr id="12" name="TextBox 11"/>
          <p:cNvSpPr txBox="1"/>
          <p:nvPr/>
        </p:nvSpPr>
        <p:spPr>
          <a:xfrm>
            <a:off x="4745003" y="4042390"/>
            <a:ext cx="5011339" cy="270459"/>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nSpc>
                <a:spcPct val="120000"/>
              </a:lnSpc>
            </a:pPr>
            <a:r>
              <a:rPr lang="zh-CN" altLang="en-US" sz="1600" dirty="0">
                <a:solidFill>
                  <a:schemeClr val="bg1"/>
                </a:solidFill>
                <a:latin typeface="+mn-lt"/>
                <a:ea typeface="+mn-ea"/>
                <a:cs typeface="+mn-ea"/>
                <a:sym typeface="+mn-lt"/>
              </a:rPr>
              <a:t>统一调度与可视化报告输出。</a:t>
            </a:r>
            <a:endParaRPr lang="en-US" altLang="zh-CN" sz="1600" dirty="0">
              <a:solidFill>
                <a:schemeClr val="bg1"/>
              </a:solidFill>
              <a:latin typeface="+mn-lt"/>
              <a:ea typeface="+mn-ea"/>
              <a:cs typeface="+mn-ea"/>
              <a:sym typeface="+mn-lt"/>
            </a:endParaRPr>
          </a:p>
        </p:txBody>
      </p:sp>
      <p:sp>
        <p:nvSpPr>
          <p:cNvPr id="13" name="圆角矩形 12"/>
          <p:cNvSpPr/>
          <p:nvPr/>
        </p:nvSpPr>
        <p:spPr>
          <a:xfrm>
            <a:off x="4264641" y="4785657"/>
            <a:ext cx="5972069" cy="602247"/>
          </a:xfrm>
          <a:prstGeom prst="roundRect">
            <a:avLst>
              <a:gd name="adj" fmla="val 26820"/>
            </a:avLst>
          </a:prstGeom>
          <a:noFill/>
          <a:ln w="19050">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cs typeface="+mn-ea"/>
              <a:sym typeface="+mn-lt"/>
            </a:endParaRPr>
          </a:p>
        </p:txBody>
      </p:sp>
      <p:sp>
        <p:nvSpPr>
          <p:cNvPr id="14" name="TextBox 13"/>
          <p:cNvSpPr txBox="1"/>
          <p:nvPr/>
        </p:nvSpPr>
        <p:spPr>
          <a:xfrm>
            <a:off x="4745003" y="4894479"/>
            <a:ext cx="5011339" cy="270459"/>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nSpc>
                <a:spcPct val="120000"/>
              </a:lnSpc>
            </a:pPr>
            <a:r>
              <a:rPr lang="zh-CN" altLang="en-US" sz="1600" dirty="0">
                <a:solidFill>
                  <a:schemeClr val="bg1"/>
                </a:solidFill>
                <a:latin typeface="+mn-lt"/>
                <a:ea typeface="+mn-ea"/>
                <a:cs typeface="+mn-ea"/>
                <a:sym typeface="+mn-lt"/>
              </a:rPr>
              <a:t>预留</a:t>
            </a:r>
            <a:r>
              <a:rPr lang="en-US" altLang="zh-CN" sz="1600" dirty="0">
                <a:solidFill>
                  <a:schemeClr val="bg1"/>
                </a:solidFill>
                <a:latin typeface="+mn-lt"/>
                <a:ea typeface="+mn-ea"/>
                <a:cs typeface="+mn-ea"/>
                <a:sym typeface="+mn-lt"/>
              </a:rPr>
              <a:t>Python</a:t>
            </a:r>
            <a:r>
              <a:rPr lang="zh-CN" altLang="en-US" sz="1600" dirty="0">
                <a:solidFill>
                  <a:schemeClr val="bg1"/>
                </a:solidFill>
                <a:latin typeface="+mn-lt"/>
                <a:ea typeface="+mn-ea"/>
                <a:cs typeface="+mn-ea"/>
                <a:sym typeface="+mn-lt"/>
              </a:rPr>
              <a:t>算法服务接入能力。</a:t>
            </a:r>
            <a:endParaRPr lang="en-US" altLang="zh-CN" sz="1600" dirty="0">
              <a:solidFill>
                <a:schemeClr val="bg1"/>
              </a:solidFill>
              <a:latin typeface="+mn-lt"/>
              <a:ea typeface="+mn-ea"/>
              <a:cs typeface="+mn-ea"/>
              <a:sym typeface="+mn-lt"/>
            </a:endParaRPr>
          </a:p>
        </p:txBody>
      </p:sp>
      <p:sp>
        <p:nvSpPr>
          <p:cNvPr id="18" name="圆角矩形 12">
            <a:extLst>
              <a:ext uri="{FF2B5EF4-FFF2-40B4-BE49-F238E27FC236}">
                <a16:creationId xmlns:a16="http://schemas.microsoft.com/office/drawing/2014/main" id="{75954C55-EA23-B287-5E89-C855E04FB60B}"/>
              </a:ext>
            </a:extLst>
          </p:cNvPr>
          <p:cNvSpPr/>
          <p:nvPr/>
        </p:nvSpPr>
        <p:spPr>
          <a:xfrm>
            <a:off x="4264641" y="5771495"/>
            <a:ext cx="5972069" cy="602247"/>
          </a:xfrm>
          <a:prstGeom prst="roundRect">
            <a:avLst>
              <a:gd name="adj" fmla="val 26820"/>
            </a:avLst>
          </a:prstGeom>
          <a:noFill/>
          <a:ln w="19050">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cs typeface="+mn-ea"/>
              <a:sym typeface="+mn-lt"/>
            </a:endParaRPr>
          </a:p>
        </p:txBody>
      </p:sp>
      <p:sp>
        <p:nvSpPr>
          <p:cNvPr id="20" name="文本框 19">
            <a:extLst>
              <a:ext uri="{FF2B5EF4-FFF2-40B4-BE49-F238E27FC236}">
                <a16:creationId xmlns:a16="http://schemas.microsoft.com/office/drawing/2014/main" id="{6C8B8A1F-3200-610E-2CF4-A03E7EBA3202}"/>
              </a:ext>
            </a:extLst>
          </p:cNvPr>
          <p:cNvSpPr txBox="1"/>
          <p:nvPr/>
        </p:nvSpPr>
        <p:spPr>
          <a:xfrm>
            <a:off x="4680835" y="5865803"/>
            <a:ext cx="6096000" cy="395236"/>
          </a:xfrm>
          <a:prstGeom prst="rect">
            <a:avLst/>
          </a:prstGeom>
          <a:noFill/>
        </p:spPr>
        <p:txBody>
          <a:bodyPr wrap="square">
            <a:spAutoFit/>
          </a:bodyPr>
          <a:lstStyle/>
          <a:p>
            <a:pPr>
              <a:lnSpc>
                <a:spcPct val="120000"/>
              </a:lnSpc>
            </a:pPr>
            <a:r>
              <a:rPr lang="zh-CN" altLang="en-US" sz="1800" dirty="0">
                <a:solidFill>
                  <a:schemeClr val="bg1"/>
                </a:solidFill>
                <a:latin typeface="+mn-lt"/>
                <a:ea typeface="+mn-ea"/>
                <a:cs typeface="+mn-ea"/>
                <a:sym typeface="+mn-lt"/>
              </a:rPr>
              <a:t>输出可解释化（指标</a:t>
            </a:r>
            <a:r>
              <a:rPr lang="en-US" altLang="zh-CN" sz="1800" dirty="0">
                <a:solidFill>
                  <a:schemeClr val="bg1"/>
                </a:solidFill>
                <a:latin typeface="+mn-lt"/>
                <a:ea typeface="+mn-ea"/>
                <a:cs typeface="+mn-ea"/>
                <a:sym typeface="+mn-lt"/>
              </a:rPr>
              <a:t>+</a:t>
            </a:r>
            <a:r>
              <a:rPr lang="zh-CN" altLang="en-US" sz="1800" dirty="0">
                <a:solidFill>
                  <a:schemeClr val="bg1"/>
                </a:solidFill>
                <a:latin typeface="+mn-lt"/>
                <a:ea typeface="+mn-ea"/>
                <a:cs typeface="+mn-ea"/>
                <a:sym typeface="+mn-lt"/>
              </a:rPr>
              <a:t>样本</a:t>
            </a:r>
            <a:r>
              <a:rPr lang="en-US" altLang="zh-CN" sz="1800" dirty="0">
                <a:solidFill>
                  <a:schemeClr val="bg1"/>
                </a:solidFill>
                <a:latin typeface="+mn-lt"/>
                <a:ea typeface="+mn-ea"/>
                <a:cs typeface="+mn-ea"/>
                <a:sym typeface="+mn-lt"/>
              </a:rPr>
              <a:t>+</a:t>
            </a:r>
            <a:r>
              <a:rPr lang="zh-CN" altLang="en-US" sz="1800" dirty="0">
                <a:solidFill>
                  <a:schemeClr val="bg1"/>
                </a:solidFill>
                <a:latin typeface="+mn-lt"/>
                <a:ea typeface="+mn-ea"/>
                <a:cs typeface="+mn-ea"/>
                <a:sym typeface="+mn-lt"/>
              </a:rPr>
              <a:t>建议）。</a:t>
            </a:r>
            <a:endParaRPr lang="en-US" altLang="zh-CN" sz="1800" dirty="0">
              <a:solidFill>
                <a:schemeClr val="bg1"/>
              </a:solidFill>
              <a:latin typeface="+mn-lt"/>
              <a:ea typeface="+mn-ea"/>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anim calcmode="lin" valueType="num">
                                      <p:cBhvr>
                                        <p:cTn id="8" dur="2000" fill="hold"/>
                                        <p:tgtEl>
                                          <p:spTgt spid="3"/>
                                        </p:tgtEl>
                                        <p:attrNameLst>
                                          <p:attrName>ppt_w</p:attrName>
                                        </p:attrNameLst>
                                      </p:cBhvr>
                                      <p:tavLst>
                                        <p:tav tm="0" fmla="#ppt_w*sin(2.5*pi*$)">
                                          <p:val>
                                            <p:fltVal val="0"/>
                                          </p:val>
                                        </p:tav>
                                        <p:tav tm="100000">
                                          <p:val>
                                            <p:fltVal val="1"/>
                                          </p:val>
                                        </p:tav>
                                      </p:tavLst>
                                    </p:anim>
                                    <p:anim calcmode="lin" valueType="num">
                                      <p:cBhvr>
                                        <p:cTn id="9" dur="2000" fill="hold"/>
                                        <p:tgtEl>
                                          <p:spTgt spid="3"/>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000"/>
                                        <p:tgtEl>
                                          <p:spTgt spid="2"/>
                                        </p:tgtEl>
                                      </p:cBhvr>
                                    </p:animEffect>
                                    <p:anim calcmode="lin" valueType="num">
                                      <p:cBhvr>
                                        <p:cTn id="13" dur="2000" fill="hold"/>
                                        <p:tgtEl>
                                          <p:spTgt spid="2"/>
                                        </p:tgtEl>
                                        <p:attrNameLst>
                                          <p:attrName>ppt_w</p:attrName>
                                        </p:attrNameLst>
                                      </p:cBhvr>
                                      <p:tavLst>
                                        <p:tav tm="0" fmla="#ppt_w*sin(2.5*pi*$)">
                                          <p:val>
                                            <p:fltVal val="0"/>
                                          </p:val>
                                        </p:tav>
                                        <p:tav tm="100000">
                                          <p:val>
                                            <p:fltVal val="1"/>
                                          </p:val>
                                        </p:tav>
                                      </p:tavLst>
                                    </p:anim>
                                    <p:anim calcmode="lin" valueType="num">
                                      <p:cBhvr>
                                        <p:cTn id="14" dur="2000" fill="hold"/>
                                        <p:tgtEl>
                                          <p:spTgt spid="2"/>
                                        </p:tgtEl>
                                        <p:attrNameLst>
                                          <p:attrName>ppt_h</p:attrName>
                                        </p:attrNameLst>
                                      </p:cBhvr>
                                      <p:tavLst>
                                        <p:tav tm="0">
                                          <p:val>
                                            <p:strVal val="#ppt_h"/>
                                          </p:val>
                                        </p:tav>
                                        <p:tav tm="100000">
                                          <p:val>
                                            <p:strVal val="#ppt_h"/>
                                          </p:val>
                                        </p:tav>
                                      </p:tavLst>
                                    </p:anim>
                                  </p:childTnLst>
                                </p:cTn>
                              </p:par>
                            </p:childTnLst>
                          </p:cTn>
                        </p:par>
                        <p:par>
                          <p:cTn id="15" fill="hold">
                            <p:stCondLst>
                              <p:cond delay="2000"/>
                            </p:stCondLst>
                            <p:childTnLst>
                              <p:par>
                                <p:cTn id="16" presetID="16" presetClass="entr" presetSubtype="42"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arn(outHorizontal)">
                                      <p:cBhvr>
                                        <p:cTn id="18" dur="500"/>
                                        <p:tgtEl>
                                          <p:spTgt spid="5"/>
                                        </p:tgtEl>
                                      </p:cBhvr>
                                    </p:animEffect>
                                  </p:childTnLst>
                                </p:cTn>
                              </p:par>
                            </p:childTnLst>
                          </p:cTn>
                        </p:par>
                        <p:par>
                          <p:cTn id="19" fill="hold">
                            <p:stCondLst>
                              <p:cond delay="2500"/>
                            </p:stCondLst>
                            <p:childTnLst>
                              <p:par>
                                <p:cTn id="20" presetID="22" presetClass="entr" presetSubtype="8"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500"/>
                                        <p:tgtEl>
                                          <p:spTgt spid="4"/>
                                        </p:tgtEl>
                                      </p:cBhvr>
                                    </p:animEffect>
                                  </p:childTnLst>
                                </p:cTn>
                              </p:par>
                            </p:childTnLst>
                          </p:cTn>
                        </p:par>
                        <p:par>
                          <p:cTn id="26" fill="hold">
                            <p:stCondLst>
                              <p:cond delay="3000"/>
                            </p:stCondLst>
                            <p:childTnLst>
                              <p:par>
                                <p:cTn id="27" presetID="22" presetClass="entr" presetSubtype="8" fill="hold" grpId="0"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left)">
                                      <p:cBhvr>
                                        <p:cTn id="29" dur="500"/>
                                        <p:tgtEl>
                                          <p:spTgt spid="6"/>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par>
                          <p:cTn id="33" fill="hold">
                            <p:stCondLst>
                              <p:cond delay="3500"/>
                            </p:stCondLst>
                            <p:childTnLst>
                              <p:par>
                                <p:cTn id="34" presetID="22" presetClass="entr" presetSubtype="8" fill="hold" grpId="0" nodeType="after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wipe(left)">
                                      <p:cBhvr>
                                        <p:cTn id="36" dur="500"/>
                                        <p:tgtEl>
                                          <p:spTgt spid="7"/>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left)">
                                      <p:cBhvr>
                                        <p:cTn id="39" dur="500"/>
                                        <p:tgtEl>
                                          <p:spTgt spid="11"/>
                                        </p:tgtEl>
                                      </p:cBhvr>
                                    </p:animEffect>
                                  </p:childTnLst>
                                </p:cTn>
                              </p:par>
                            </p:childTnLst>
                          </p:cTn>
                        </p:par>
                        <p:par>
                          <p:cTn id="40" fill="hold">
                            <p:stCondLst>
                              <p:cond delay="4000"/>
                            </p:stCondLst>
                            <p:childTnLst>
                              <p:par>
                                <p:cTn id="41" presetID="22" presetClass="entr" presetSubtype="8" fill="hold" grpId="0" nodeType="after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wipe(left)">
                                      <p:cBhvr>
                                        <p:cTn id="43" dur="500"/>
                                        <p:tgtEl>
                                          <p:spTgt spid="8"/>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wipe(left)">
                                      <p:cBhvr>
                                        <p:cTn id="46" dur="500"/>
                                        <p:tgtEl>
                                          <p:spTgt spid="12"/>
                                        </p:tgtEl>
                                      </p:cBhvr>
                                    </p:animEffect>
                                  </p:childTnLst>
                                </p:cTn>
                              </p:par>
                            </p:childTnLst>
                          </p:cTn>
                        </p:par>
                        <p:par>
                          <p:cTn id="47" fill="hold">
                            <p:stCondLst>
                              <p:cond delay="4500"/>
                            </p:stCondLst>
                            <p:childTnLst>
                              <p:par>
                                <p:cTn id="48" presetID="22" presetClass="entr" presetSubtype="8" fill="hold" grpId="0"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wipe(left)">
                                      <p:cBhvr>
                                        <p:cTn id="50" dur="500"/>
                                        <p:tgtEl>
                                          <p:spTgt spid="13"/>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wipe(left)">
                                      <p:cBhvr>
                                        <p:cTn id="53" dur="500"/>
                                        <p:tgtEl>
                                          <p:spTgt spid="14"/>
                                        </p:tgtEl>
                                      </p:cBhvr>
                                    </p:animEffect>
                                  </p:childTnLst>
                                </p:cTn>
                              </p:par>
                            </p:childTnLst>
                          </p:cTn>
                        </p:par>
                        <p:par>
                          <p:cTn id="54" fill="hold">
                            <p:stCondLst>
                              <p:cond delay="5000"/>
                            </p:stCondLst>
                            <p:childTnLst>
                              <p:par>
                                <p:cTn id="55" presetID="22" presetClass="entr" presetSubtype="8" fill="hold" grpId="0" nodeType="after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wipe(left)">
                                      <p:cBhvr>
                                        <p:cTn id="5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animBg="1"/>
      <p:bldP spid="5" grpId="0" animBg="1"/>
      <p:bldP spid="6" grpId="0" animBg="1"/>
      <p:bldP spid="7" grpId="0" animBg="1"/>
      <p:bldP spid="8" grpId="0" animBg="1"/>
      <p:bldP spid="9" grpId="0"/>
      <p:bldP spid="10" grpId="0"/>
      <p:bldP spid="11" grpId="0"/>
      <p:bldP spid="12" grpId="0"/>
      <p:bldP spid="13" grpId="0" animBg="1"/>
      <p:bldP spid="14" grpId="0"/>
      <p:bldP spid="1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3795678" y="1328187"/>
            <a:ext cx="6803600" cy="1118845"/>
          </a:xfrm>
          <a:prstGeom prst="rect">
            <a:avLst/>
          </a:prstGeom>
          <a:noFill/>
          <a:ln w="12700">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endParaRPr lang="zh-CN" altLang="en-US" sz="2400">
              <a:solidFill>
                <a:schemeClr val="bg1"/>
              </a:solidFill>
              <a:cs typeface="+mn-ea"/>
              <a:sym typeface="+mn-lt"/>
            </a:endParaRPr>
          </a:p>
        </p:txBody>
      </p:sp>
      <p:sp>
        <p:nvSpPr>
          <p:cNvPr id="29" name="矩形 28"/>
          <p:cNvSpPr/>
          <p:nvPr/>
        </p:nvSpPr>
        <p:spPr>
          <a:xfrm>
            <a:off x="4854023" y="948235"/>
            <a:ext cx="4686911" cy="43662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r>
              <a:rPr lang="zh-CN" altLang="en-US" sz="2800" dirty="0">
                <a:solidFill>
                  <a:schemeClr val="bg1"/>
                </a:solidFill>
                <a:cs typeface="+mn-ea"/>
                <a:sym typeface="+mn-lt"/>
              </a:rPr>
              <a:t>前端</a:t>
            </a:r>
            <a:r>
              <a:rPr lang="en-US" altLang="zh-CN" sz="2800" dirty="0">
                <a:solidFill>
                  <a:schemeClr val="bg1"/>
                </a:solidFill>
                <a:cs typeface="+mn-ea"/>
                <a:sym typeface="+mn-lt"/>
              </a:rPr>
              <a:t>Web UI</a:t>
            </a:r>
            <a:r>
              <a:rPr lang="zh-CN" altLang="en-US" sz="2800" dirty="0">
                <a:solidFill>
                  <a:schemeClr val="bg1"/>
                </a:solidFill>
                <a:cs typeface="+mn-ea"/>
                <a:sym typeface="+mn-lt"/>
              </a:rPr>
              <a:t>：</a:t>
            </a:r>
          </a:p>
        </p:txBody>
      </p:sp>
      <p:sp>
        <p:nvSpPr>
          <p:cNvPr id="30" name="六边形 29"/>
          <p:cNvSpPr/>
          <p:nvPr/>
        </p:nvSpPr>
        <p:spPr>
          <a:xfrm>
            <a:off x="449180" y="2486334"/>
            <a:ext cx="3346500" cy="2848377"/>
          </a:xfrm>
          <a:prstGeom prst="hexagon">
            <a:avLst/>
          </a:pr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r>
              <a:rPr lang="zh-CN" altLang="en-US" sz="2665" b="1" dirty="0">
                <a:cs typeface="+mn-ea"/>
                <a:sym typeface="+mn-lt"/>
              </a:rPr>
              <a:t>系统总体架构</a:t>
            </a:r>
          </a:p>
        </p:txBody>
      </p:sp>
      <p:cxnSp>
        <p:nvCxnSpPr>
          <p:cNvPr id="31" name="直接箭头连接符 30"/>
          <p:cNvCxnSpPr>
            <a:cxnSpLocks/>
            <a:stCxn id="30" idx="5"/>
            <a:endCxn id="28" idx="1"/>
          </p:cNvCxnSpPr>
          <p:nvPr/>
        </p:nvCxnSpPr>
        <p:spPr>
          <a:xfrm flipV="1">
            <a:off x="3083586" y="1887610"/>
            <a:ext cx="712092" cy="598725"/>
          </a:xfrm>
          <a:prstGeom prst="straightConnector1">
            <a:avLst/>
          </a:prstGeom>
          <a:ln>
            <a:solidFill>
              <a:srgbClr val="5B9BD5"/>
            </a:solidFill>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cxnSpLocks/>
            <a:stCxn id="30" idx="0"/>
            <a:endCxn id="35" idx="1"/>
          </p:cNvCxnSpPr>
          <p:nvPr/>
        </p:nvCxnSpPr>
        <p:spPr>
          <a:xfrm flipV="1">
            <a:off x="3795680" y="3270406"/>
            <a:ext cx="16982" cy="640117"/>
          </a:xfrm>
          <a:prstGeom prst="straightConnector1">
            <a:avLst/>
          </a:prstGeom>
          <a:ln>
            <a:solidFill>
              <a:srgbClr val="5B9BD5"/>
            </a:solidFill>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cxnSpLocks/>
            <a:stCxn id="30" idx="1"/>
            <a:endCxn id="38" idx="1"/>
          </p:cNvCxnSpPr>
          <p:nvPr/>
        </p:nvCxnSpPr>
        <p:spPr>
          <a:xfrm flipV="1">
            <a:off x="3083586" y="4724778"/>
            <a:ext cx="729076" cy="609932"/>
          </a:xfrm>
          <a:prstGeom prst="straightConnector1">
            <a:avLst/>
          </a:prstGeom>
          <a:ln>
            <a:solidFill>
              <a:srgbClr val="5B9BD5"/>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4507770" y="1613393"/>
            <a:ext cx="6049460" cy="451921"/>
          </a:xfrm>
          <a:prstGeom prst="rect">
            <a:avLst/>
          </a:prstGeom>
          <a:noFill/>
        </p:spPr>
        <p:txBody>
          <a:bodyPr wrap="square" lIns="91445" tIns="45721" rIns="91445" bIns="45721" rtlCol="0">
            <a:spAutoFit/>
          </a:bodyPr>
          <a:lstStyle/>
          <a:p>
            <a:pPr>
              <a:lnSpc>
                <a:spcPct val="130000"/>
              </a:lnSpc>
            </a:pPr>
            <a:r>
              <a:rPr lang="zh-CN" altLang="en-US" sz="2000" dirty="0">
                <a:solidFill>
                  <a:schemeClr val="bg1"/>
                </a:solidFill>
                <a:cs typeface="+mn-ea"/>
                <a:sym typeface="+mn-lt"/>
              </a:rPr>
              <a:t>数据集管理、引擎选择、任务启动、报告查看</a:t>
            </a:r>
            <a:endParaRPr lang="en-US" altLang="zh-CN" sz="2000" dirty="0">
              <a:solidFill>
                <a:schemeClr val="bg1"/>
              </a:solidFill>
              <a:cs typeface="+mn-ea"/>
              <a:sym typeface="+mn-lt"/>
            </a:endParaRPr>
          </a:p>
        </p:txBody>
      </p:sp>
      <p:sp>
        <p:nvSpPr>
          <p:cNvPr id="35" name="矩形 34"/>
          <p:cNvSpPr/>
          <p:nvPr/>
        </p:nvSpPr>
        <p:spPr>
          <a:xfrm>
            <a:off x="3812662" y="2710983"/>
            <a:ext cx="6803600" cy="1118845"/>
          </a:xfrm>
          <a:prstGeom prst="rect">
            <a:avLst/>
          </a:prstGeom>
          <a:noFill/>
          <a:ln w="12700">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endParaRPr lang="zh-CN" altLang="en-US" sz="2400">
              <a:solidFill>
                <a:schemeClr val="bg1"/>
              </a:solidFill>
              <a:cs typeface="+mn-ea"/>
              <a:sym typeface="+mn-lt"/>
            </a:endParaRPr>
          </a:p>
        </p:txBody>
      </p:sp>
      <p:sp>
        <p:nvSpPr>
          <p:cNvPr id="36" name="矩形 35"/>
          <p:cNvSpPr/>
          <p:nvPr/>
        </p:nvSpPr>
        <p:spPr>
          <a:xfrm>
            <a:off x="4871007" y="2361828"/>
            <a:ext cx="4686911" cy="43662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r>
              <a:rPr lang="zh-CN" altLang="en-US" sz="2800" dirty="0">
                <a:solidFill>
                  <a:schemeClr val="bg1"/>
                </a:solidFill>
                <a:cs typeface="+mn-ea"/>
                <a:sym typeface="+mn-lt"/>
              </a:rPr>
              <a:t>后端 </a:t>
            </a:r>
            <a:r>
              <a:rPr lang="en-US" altLang="zh-CN" sz="2800" dirty="0" err="1">
                <a:solidFill>
                  <a:schemeClr val="bg1"/>
                </a:solidFill>
                <a:cs typeface="+mn-ea"/>
                <a:sym typeface="+mn-lt"/>
              </a:rPr>
              <a:t>Go+Gin</a:t>
            </a:r>
            <a:r>
              <a:rPr lang="zh-CN" altLang="en-US" sz="2800" dirty="0">
                <a:solidFill>
                  <a:schemeClr val="bg1"/>
                </a:solidFill>
                <a:cs typeface="+mn-ea"/>
                <a:sym typeface="+mn-lt"/>
              </a:rPr>
              <a:t>：</a:t>
            </a:r>
          </a:p>
        </p:txBody>
      </p:sp>
      <p:sp>
        <p:nvSpPr>
          <p:cNvPr id="37" name="TextBox 36"/>
          <p:cNvSpPr txBox="1"/>
          <p:nvPr/>
        </p:nvSpPr>
        <p:spPr>
          <a:xfrm>
            <a:off x="4411456" y="3088178"/>
            <a:ext cx="6803583" cy="451921"/>
          </a:xfrm>
          <a:prstGeom prst="rect">
            <a:avLst/>
          </a:prstGeom>
          <a:noFill/>
        </p:spPr>
        <p:txBody>
          <a:bodyPr wrap="square" lIns="91445" tIns="45721" rIns="91445" bIns="45721" rtlCol="0">
            <a:spAutoFit/>
          </a:bodyPr>
          <a:lstStyle/>
          <a:p>
            <a:pPr>
              <a:lnSpc>
                <a:spcPct val="130000"/>
              </a:lnSpc>
            </a:pPr>
            <a:r>
              <a:rPr lang="en-US" altLang="zh-CN" sz="2000" dirty="0">
                <a:solidFill>
                  <a:schemeClr val="bg1"/>
                </a:solidFill>
                <a:cs typeface="+mn-ea"/>
                <a:sym typeface="+mn-lt"/>
              </a:rPr>
              <a:t>API</a:t>
            </a:r>
            <a:r>
              <a:rPr lang="zh-CN" altLang="en-US" sz="2000" dirty="0">
                <a:solidFill>
                  <a:schemeClr val="bg1"/>
                </a:solidFill>
                <a:cs typeface="+mn-ea"/>
                <a:sym typeface="+mn-lt"/>
              </a:rPr>
              <a:t>接口、任务调度、结果汇总；内存</a:t>
            </a:r>
            <a:r>
              <a:rPr lang="en-US" altLang="zh-CN" sz="2000" dirty="0">
                <a:solidFill>
                  <a:schemeClr val="bg1"/>
                </a:solidFill>
                <a:cs typeface="+mn-ea"/>
                <a:sym typeface="+mn-lt"/>
              </a:rPr>
              <a:t>DAO/</a:t>
            </a:r>
            <a:r>
              <a:rPr lang="zh-CN" altLang="en-US" sz="2000" dirty="0">
                <a:solidFill>
                  <a:schemeClr val="bg1"/>
                </a:solidFill>
                <a:cs typeface="+mn-ea"/>
                <a:sym typeface="+mn-lt"/>
              </a:rPr>
              <a:t>任务模型</a:t>
            </a:r>
            <a:endParaRPr lang="en-US" altLang="zh-CN" sz="2000" dirty="0">
              <a:solidFill>
                <a:schemeClr val="bg1"/>
              </a:solidFill>
              <a:cs typeface="+mn-ea"/>
              <a:sym typeface="+mn-lt"/>
            </a:endParaRPr>
          </a:p>
        </p:txBody>
      </p:sp>
      <p:sp>
        <p:nvSpPr>
          <p:cNvPr id="38" name="矩形 37"/>
          <p:cNvSpPr/>
          <p:nvPr/>
        </p:nvSpPr>
        <p:spPr>
          <a:xfrm>
            <a:off x="3812662" y="4165355"/>
            <a:ext cx="6803600" cy="1118845"/>
          </a:xfrm>
          <a:prstGeom prst="rect">
            <a:avLst/>
          </a:prstGeom>
          <a:noFill/>
          <a:ln w="12700">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endParaRPr lang="zh-CN" altLang="en-US" sz="2400">
              <a:solidFill>
                <a:schemeClr val="bg1"/>
              </a:solidFill>
              <a:cs typeface="+mn-ea"/>
              <a:sym typeface="+mn-lt"/>
            </a:endParaRPr>
          </a:p>
        </p:txBody>
      </p:sp>
      <p:sp>
        <p:nvSpPr>
          <p:cNvPr id="39" name="矩形 38"/>
          <p:cNvSpPr/>
          <p:nvPr/>
        </p:nvSpPr>
        <p:spPr>
          <a:xfrm>
            <a:off x="5031428" y="3770402"/>
            <a:ext cx="4686911" cy="43662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r>
              <a:rPr lang="en-US" altLang="zh-CN" sz="2800" dirty="0">
                <a:solidFill>
                  <a:schemeClr val="bg1"/>
                </a:solidFill>
                <a:cs typeface="+mn-ea"/>
                <a:sym typeface="+mn-lt"/>
              </a:rPr>
              <a:t>Python </a:t>
            </a:r>
            <a:r>
              <a:rPr lang="zh-CN" altLang="en-US" sz="2800" dirty="0">
                <a:solidFill>
                  <a:schemeClr val="bg1"/>
                </a:solidFill>
                <a:cs typeface="+mn-ea"/>
                <a:sym typeface="+mn-lt"/>
              </a:rPr>
              <a:t>算法服务：</a:t>
            </a:r>
          </a:p>
        </p:txBody>
      </p:sp>
      <p:sp>
        <p:nvSpPr>
          <p:cNvPr id="40" name="TextBox 39"/>
          <p:cNvSpPr txBox="1"/>
          <p:nvPr/>
        </p:nvSpPr>
        <p:spPr>
          <a:xfrm>
            <a:off x="4583784" y="4461855"/>
            <a:ext cx="6049460" cy="451921"/>
          </a:xfrm>
          <a:prstGeom prst="rect">
            <a:avLst/>
          </a:prstGeom>
          <a:noFill/>
        </p:spPr>
        <p:txBody>
          <a:bodyPr wrap="square" lIns="91445" tIns="45721" rIns="91445" bIns="45721" rtlCol="0">
            <a:spAutoFit/>
          </a:bodyPr>
          <a:lstStyle/>
          <a:p>
            <a:pPr>
              <a:lnSpc>
                <a:spcPct val="130000"/>
              </a:lnSpc>
            </a:pPr>
            <a:r>
              <a:rPr lang="zh-CN" altLang="en-US" sz="2000" dirty="0">
                <a:solidFill>
                  <a:schemeClr val="bg1"/>
                </a:solidFill>
                <a:cs typeface="+mn-ea"/>
                <a:sym typeface="+mn-lt"/>
              </a:rPr>
              <a:t>四引擎独立微服务，</a:t>
            </a:r>
            <a:r>
              <a:rPr lang="en-US" altLang="zh-CN" sz="2000" dirty="0">
                <a:solidFill>
                  <a:schemeClr val="bg1"/>
                </a:solidFill>
                <a:cs typeface="+mn-ea"/>
                <a:sym typeface="+mn-lt"/>
              </a:rPr>
              <a:t>HTTP</a:t>
            </a:r>
            <a:r>
              <a:rPr lang="zh-CN" altLang="en-US" sz="2000" dirty="0">
                <a:solidFill>
                  <a:schemeClr val="bg1"/>
                </a:solidFill>
                <a:cs typeface="+mn-ea"/>
                <a:sym typeface="+mn-lt"/>
              </a:rPr>
              <a:t>接口对接。</a:t>
            </a:r>
            <a:endParaRPr lang="en-US" altLang="zh-CN" sz="2000" dirty="0">
              <a:solidFill>
                <a:schemeClr val="bg1"/>
              </a:solidFill>
              <a:cs typeface="+mn-ea"/>
              <a:sym typeface="+mn-lt"/>
            </a:endParaRPr>
          </a:p>
        </p:txBody>
      </p:sp>
      <p:sp>
        <p:nvSpPr>
          <p:cNvPr id="5" name="矩形 4">
            <a:extLst>
              <a:ext uri="{FF2B5EF4-FFF2-40B4-BE49-F238E27FC236}">
                <a16:creationId xmlns:a16="http://schemas.microsoft.com/office/drawing/2014/main" id="{B862D190-C707-E75A-59FF-36F3142586CC}"/>
              </a:ext>
            </a:extLst>
          </p:cNvPr>
          <p:cNvSpPr/>
          <p:nvPr/>
        </p:nvSpPr>
        <p:spPr>
          <a:xfrm>
            <a:off x="3829644" y="5580700"/>
            <a:ext cx="6803600" cy="1118845"/>
          </a:xfrm>
          <a:prstGeom prst="rect">
            <a:avLst/>
          </a:prstGeom>
          <a:noFill/>
          <a:ln w="12700">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endParaRPr lang="zh-CN" altLang="en-US" sz="2400">
              <a:solidFill>
                <a:schemeClr val="bg1"/>
              </a:solidFill>
              <a:cs typeface="+mn-ea"/>
              <a:sym typeface="+mn-lt"/>
            </a:endParaRPr>
          </a:p>
        </p:txBody>
      </p:sp>
      <p:sp>
        <p:nvSpPr>
          <p:cNvPr id="6" name="矩形 5">
            <a:extLst>
              <a:ext uri="{FF2B5EF4-FFF2-40B4-BE49-F238E27FC236}">
                <a16:creationId xmlns:a16="http://schemas.microsoft.com/office/drawing/2014/main" id="{CB76820A-198B-F39A-E0CE-27F6A8A6A5C0}"/>
              </a:ext>
            </a:extLst>
          </p:cNvPr>
          <p:cNvSpPr/>
          <p:nvPr/>
        </p:nvSpPr>
        <p:spPr>
          <a:xfrm>
            <a:off x="5031427" y="5306617"/>
            <a:ext cx="4686911" cy="43662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r>
              <a:rPr lang="zh-CN" altLang="en-US" sz="2800" dirty="0">
                <a:solidFill>
                  <a:schemeClr val="bg1"/>
                </a:solidFill>
                <a:cs typeface="+mn-ea"/>
                <a:sym typeface="+mn-lt"/>
              </a:rPr>
              <a:t>数据流：</a:t>
            </a:r>
          </a:p>
        </p:txBody>
      </p:sp>
      <p:sp>
        <p:nvSpPr>
          <p:cNvPr id="8" name="文本框 7">
            <a:extLst>
              <a:ext uri="{FF2B5EF4-FFF2-40B4-BE49-F238E27FC236}">
                <a16:creationId xmlns:a16="http://schemas.microsoft.com/office/drawing/2014/main" id="{ED8812C1-7EDC-1130-3DC9-BFE0328491C0}"/>
              </a:ext>
            </a:extLst>
          </p:cNvPr>
          <p:cNvSpPr txBox="1"/>
          <p:nvPr/>
        </p:nvSpPr>
        <p:spPr>
          <a:xfrm>
            <a:off x="4583784" y="5994151"/>
            <a:ext cx="6096000" cy="451919"/>
          </a:xfrm>
          <a:prstGeom prst="rect">
            <a:avLst/>
          </a:prstGeom>
          <a:noFill/>
        </p:spPr>
        <p:txBody>
          <a:bodyPr wrap="square">
            <a:spAutoFit/>
          </a:bodyPr>
          <a:lstStyle/>
          <a:p>
            <a:pPr>
              <a:lnSpc>
                <a:spcPct val="130000"/>
              </a:lnSpc>
            </a:pPr>
            <a:r>
              <a:rPr lang="zh-CN" altLang="en-US" sz="2000" dirty="0">
                <a:solidFill>
                  <a:schemeClr val="bg1"/>
                </a:solidFill>
                <a:cs typeface="+mn-ea"/>
                <a:sym typeface="+mn-lt"/>
              </a:rPr>
              <a:t>前端→后端→算法并行→汇总→前端可视化。</a:t>
            </a:r>
            <a:endParaRPr lang="en-US" altLang="zh-CN" sz="2000" dirty="0">
              <a:solidFill>
                <a:schemeClr val="bg1"/>
              </a:solidFill>
              <a:cs typeface="+mn-ea"/>
              <a:sym typeface="+mn-lt"/>
            </a:endParaRPr>
          </a:p>
        </p:txBody>
      </p:sp>
      <p:cxnSp>
        <p:nvCxnSpPr>
          <p:cNvPr id="10" name="直接箭头连接符 9">
            <a:extLst>
              <a:ext uri="{FF2B5EF4-FFF2-40B4-BE49-F238E27FC236}">
                <a16:creationId xmlns:a16="http://schemas.microsoft.com/office/drawing/2014/main" id="{E59FBAD0-EE39-32A9-F7B7-CD69D65A0774}"/>
              </a:ext>
            </a:extLst>
          </p:cNvPr>
          <p:cNvCxnSpPr>
            <a:stCxn id="30" idx="1"/>
          </p:cNvCxnSpPr>
          <p:nvPr/>
        </p:nvCxnSpPr>
        <p:spPr>
          <a:xfrm>
            <a:off x="3083586" y="5334710"/>
            <a:ext cx="746058" cy="885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randombar(horizontal)">
                                          <p:cBhvr>
                                            <p:cTn id="7" dur="500"/>
                                            <p:tgtEl>
                                              <p:spTgt spid="3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wipe(left)">
                                          <p:cBhvr>
                                            <p:cTn id="11" dur="500"/>
                                            <p:tgtEl>
                                              <p:spTgt spid="31"/>
                                            </p:tgtEl>
                                          </p:cBhvr>
                                        </p:animEffect>
                                      </p:childTnLst>
                                    </p:cTn>
                                  </p:par>
                                  <p:par>
                                    <p:cTn id="12" presetID="22" presetClass="entr" presetSubtype="8" fill="hold" nodeType="withEffect">
                                      <p:stCondLst>
                                        <p:cond delay="0"/>
                                      </p:stCondLst>
                                      <p:childTnLst>
                                        <p:set>
                                          <p:cBhvr>
                                            <p:cTn id="13" dur="1" fill="hold">
                                              <p:stCondLst>
                                                <p:cond delay="0"/>
                                              </p:stCondLst>
                                            </p:cTn>
                                            <p:tgtEl>
                                              <p:spTgt spid="32"/>
                                            </p:tgtEl>
                                            <p:attrNameLst>
                                              <p:attrName>style.visibility</p:attrName>
                                            </p:attrNameLst>
                                          </p:cBhvr>
                                          <p:to>
                                            <p:strVal val="visible"/>
                                          </p:to>
                                        </p:set>
                                        <p:animEffect transition="in" filter="wipe(left)">
                                          <p:cBhvr>
                                            <p:cTn id="14" dur="500"/>
                                            <p:tgtEl>
                                              <p:spTgt spid="32"/>
                                            </p:tgtEl>
                                          </p:cBhvr>
                                        </p:animEffect>
                                      </p:childTnLst>
                                    </p:cTn>
                                  </p:par>
                                  <p:par>
                                    <p:cTn id="15" presetID="22" presetClass="entr" presetSubtype="8" fill="hold" nodeType="with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wipe(left)">
                                          <p:cBhvr>
                                            <p:cTn id="17" dur="500"/>
                                            <p:tgtEl>
                                              <p:spTgt spid="33"/>
                                            </p:tgtEl>
                                          </p:cBhvr>
                                        </p:animEffect>
                                      </p:childTnLst>
                                    </p:cTn>
                                  </p:par>
                                </p:childTnLst>
                              </p:cTn>
                            </p:par>
                            <p:par>
                              <p:cTn id="18" fill="hold">
                                <p:stCondLst>
                                  <p:cond delay="1000"/>
                                </p:stCondLst>
                                <p:childTnLst>
                                  <p:par>
                                    <p:cTn id="19" presetID="16" presetClass="entr" presetSubtype="37" fill="hold" grpId="0" nodeType="after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barn(outVertical)">
                                          <p:cBhvr>
                                            <p:cTn id="21" dur="500"/>
                                            <p:tgtEl>
                                              <p:spTgt spid="29"/>
                                            </p:tgtEl>
                                          </p:cBhvr>
                                        </p:animEffect>
                                      </p:childTnLst>
                                    </p:cTn>
                                  </p:par>
                                </p:childTnLst>
                              </p:cTn>
                            </p:par>
                            <p:par>
                              <p:cTn id="22" fill="hold">
                                <p:stCondLst>
                                  <p:cond delay="1500"/>
                                </p:stCondLst>
                                <p:childTnLst>
                                  <p:par>
                                    <p:cTn id="23" presetID="2" presetClass="entr" presetSubtype="1" fill="hold" grpId="0" nodeType="afterEffect" p14:presetBounceEnd="50000">
                                      <p:stCondLst>
                                        <p:cond delay="0"/>
                                      </p:stCondLst>
                                      <p:childTnLst>
                                        <p:set>
                                          <p:cBhvr>
                                            <p:cTn id="24" dur="1" fill="hold">
                                              <p:stCondLst>
                                                <p:cond delay="0"/>
                                              </p:stCondLst>
                                            </p:cTn>
                                            <p:tgtEl>
                                              <p:spTgt spid="28"/>
                                            </p:tgtEl>
                                            <p:attrNameLst>
                                              <p:attrName>style.visibility</p:attrName>
                                            </p:attrNameLst>
                                          </p:cBhvr>
                                          <p:to>
                                            <p:strVal val="visible"/>
                                          </p:to>
                                        </p:set>
                                        <p:anim calcmode="lin" valueType="num" p14:bounceEnd="50000">
                                          <p:cBhvr additive="base">
                                            <p:cTn id="25" dur="500" fill="hold"/>
                                            <p:tgtEl>
                                              <p:spTgt spid="28"/>
                                            </p:tgtEl>
                                            <p:attrNameLst>
                                              <p:attrName>ppt_x</p:attrName>
                                            </p:attrNameLst>
                                          </p:cBhvr>
                                          <p:tavLst>
                                            <p:tav tm="0">
                                              <p:val>
                                                <p:strVal val="#ppt_x"/>
                                              </p:val>
                                            </p:tav>
                                            <p:tav tm="100000">
                                              <p:val>
                                                <p:strVal val="#ppt_x"/>
                                              </p:val>
                                            </p:tav>
                                          </p:tavLst>
                                        </p:anim>
                                        <p:anim calcmode="lin" valueType="num" p14:bounceEnd="50000">
                                          <p:cBhvr additive="base">
                                            <p:cTn id="26" dur="500" fill="hold"/>
                                            <p:tgtEl>
                                              <p:spTgt spid="28"/>
                                            </p:tgtEl>
                                            <p:attrNameLst>
                                              <p:attrName>ppt_y</p:attrName>
                                            </p:attrNameLst>
                                          </p:cBhvr>
                                          <p:tavLst>
                                            <p:tav tm="0">
                                              <p:val>
                                                <p:strVal val="0-#ppt_h/2"/>
                                              </p:val>
                                            </p:tav>
                                            <p:tav tm="100000">
                                              <p:val>
                                                <p:strVal val="#ppt_y"/>
                                              </p:val>
                                            </p:tav>
                                          </p:tavLst>
                                        </p:anim>
                                      </p:childTnLst>
                                    </p:cTn>
                                  </p:par>
                                </p:childTnLst>
                              </p:cTn>
                            </p:par>
                            <p:par>
                              <p:cTn id="27" fill="hold">
                                <p:stCondLst>
                                  <p:cond delay="2000"/>
                                </p:stCondLst>
                                <p:childTnLst>
                                  <p:par>
                                    <p:cTn id="28" presetID="22" presetClass="entr" presetSubtype="8" fill="hold" grpId="0" nodeType="afterEffect">
                                      <p:stCondLst>
                                        <p:cond delay="0"/>
                                      </p:stCondLst>
                                      <p:iterate type="lt">
                                        <p:tmPct val="30000"/>
                                      </p:iterate>
                                      <p:childTnLst>
                                        <p:set>
                                          <p:cBhvr>
                                            <p:cTn id="29" dur="1" fill="hold">
                                              <p:stCondLst>
                                                <p:cond delay="0"/>
                                              </p:stCondLst>
                                            </p:cTn>
                                            <p:tgtEl>
                                              <p:spTgt spid="34"/>
                                            </p:tgtEl>
                                            <p:attrNameLst>
                                              <p:attrName>style.visibility</p:attrName>
                                            </p:attrNameLst>
                                          </p:cBhvr>
                                          <p:to>
                                            <p:strVal val="visible"/>
                                          </p:to>
                                        </p:set>
                                        <p:animEffect transition="in" filter="wipe(left)">
                                          <p:cBhvr>
                                            <p:cTn id="30" dur="100"/>
                                            <p:tgtEl>
                                              <p:spTgt spid="34"/>
                                            </p:tgtEl>
                                          </p:cBhvr>
                                        </p:animEffect>
                                      </p:childTnLst>
                                    </p:cTn>
                                  </p:par>
                                  <p:par>
                                    <p:cTn id="31" presetID="36" presetClass="emph" presetSubtype="0" fill="hold" grpId="1" nodeType="withEffect">
                                      <p:stCondLst>
                                        <p:cond delay="0"/>
                                      </p:stCondLst>
                                      <p:iterate type="lt">
                                        <p:tmPct val="30000"/>
                                      </p:iterate>
                                      <p:childTnLst>
                                        <p:animScale>
                                          <p:cBhvr>
                                            <p:cTn id="32" dur="50" autoRev="1" fill="hold">
                                              <p:stCondLst>
                                                <p:cond delay="0"/>
                                              </p:stCondLst>
                                            </p:cTn>
                                            <p:tgtEl>
                                              <p:spTgt spid="34"/>
                                            </p:tgtEl>
                                          </p:cBhvr>
                                          <p:to x="80000" y="100000"/>
                                        </p:animScale>
                                        <p:anim by="(#ppt_w*0.10)" calcmode="lin" valueType="num">
                                          <p:cBhvr>
                                            <p:cTn id="33" dur="50" autoRev="1" fill="hold">
                                              <p:stCondLst>
                                                <p:cond delay="0"/>
                                              </p:stCondLst>
                                            </p:cTn>
                                            <p:tgtEl>
                                              <p:spTgt spid="34"/>
                                            </p:tgtEl>
                                            <p:attrNameLst>
                                              <p:attrName>ppt_x</p:attrName>
                                            </p:attrNameLst>
                                          </p:cBhvr>
                                        </p:anim>
                                        <p:anim by="(-#ppt_w*0.10)" calcmode="lin" valueType="num">
                                          <p:cBhvr>
                                            <p:cTn id="34" dur="50" autoRev="1" fill="hold">
                                              <p:stCondLst>
                                                <p:cond delay="0"/>
                                              </p:stCondLst>
                                            </p:cTn>
                                            <p:tgtEl>
                                              <p:spTgt spid="34"/>
                                            </p:tgtEl>
                                            <p:attrNameLst>
                                              <p:attrName>ppt_y</p:attrName>
                                            </p:attrNameLst>
                                          </p:cBhvr>
                                        </p:anim>
                                        <p:animRot by="-480000">
                                          <p:cBhvr>
                                            <p:cTn id="35" dur="50" autoRev="1" fill="hold">
                                              <p:stCondLst>
                                                <p:cond delay="0"/>
                                              </p:stCondLst>
                                            </p:cTn>
                                            <p:tgtEl>
                                              <p:spTgt spid="34"/>
                                            </p:tgtEl>
                                            <p:attrNameLst>
                                              <p:attrName>r</p:attrName>
                                            </p:attrNameLst>
                                          </p:cBhvr>
                                        </p:animRot>
                                      </p:childTnLst>
                                    </p:cTn>
                                  </p:par>
                                </p:childTnLst>
                              </p:cTn>
                            </p:par>
                            <p:par>
                              <p:cTn id="36" fill="hold">
                                <p:stCondLst>
                                  <p:cond delay="2670"/>
                                </p:stCondLst>
                                <p:childTnLst>
                                  <p:par>
                                    <p:cTn id="37" presetID="16" presetClass="entr" presetSubtype="37" fill="hold" grpId="0" nodeType="afterEffect">
                                      <p:stCondLst>
                                        <p:cond delay="0"/>
                                      </p:stCondLst>
                                      <p:childTnLst>
                                        <p:set>
                                          <p:cBhvr>
                                            <p:cTn id="38" dur="1" fill="hold">
                                              <p:stCondLst>
                                                <p:cond delay="0"/>
                                              </p:stCondLst>
                                            </p:cTn>
                                            <p:tgtEl>
                                              <p:spTgt spid="36"/>
                                            </p:tgtEl>
                                            <p:attrNameLst>
                                              <p:attrName>style.visibility</p:attrName>
                                            </p:attrNameLst>
                                          </p:cBhvr>
                                          <p:to>
                                            <p:strVal val="visible"/>
                                          </p:to>
                                        </p:set>
                                        <p:animEffect transition="in" filter="barn(outVertical)">
                                          <p:cBhvr>
                                            <p:cTn id="39" dur="500"/>
                                            <p:tgtEl>
                                              <p:spTgt spid="36"/>
                                            </p:tgtEl>
                                          </p:cBhvr>
                                        </p:animEffect>
                                      </p:childTnLst>
                                    </p:cTn>
                                  </p:par>
                                </p:childTnLst>
                              </p:cTn>
                            </p:par>
                            <p:par>
                              <p:cTn id="40" fill="hold">
                                <p:stCondLst>
                                  <p:cond delay="3170"/>
                                </p:stCondLst>
                                <p:childTnLst>
                                  <p:par>
                                    <p:cTn id="41" presetID="2" presetClass="entr" presetSubtype="1" fill="hold" grpId="0" nodeType="afterEffect" p14:presetBounceEnd="50000">
                                      <p:stCondLst>
                                        <p:cond delay="0"/>
                                      </p:stCondLst>
                                      <p:childTnLst>
                                        <p:set>
                                          <p:cBhvr>
                                            <p:cTn id="42" dur="1" fill="hold">
                                              <p:stCondLst>
                                                <p:cond delay="0"/>
                                              </p:stCondLst>
                                            </p:cTn>
                                            <p:tgtEl>
                                              <p:spTgt spid="35"/>
                                            </p:tgtEl>
                                            <p:attrNameLst>
                                              <p:attrName>style.visibility</p:attrName>
                                            </p:attrNameLst>
                                          </p:cBhvr>
                                          <p:to>
                                            <p:strVal val="visible"/>
                                          </p:to>
                                        </p:set>
                                        <p:anim calcmode="lin" valueType="num" p14:bounceEnd="50000">
                                          <p:cBhvr additive="base">
                                            <p:cTn id="43" dur="500" fill="hold"/>
                                            <p:tgtEl>
                                              <p:spTgt spid="35"/>
                                            </p:tgtEl>
                                            <p:attrNameLst>
                                              <p:attrName>ppt_x</p:attrName>
                                            </p:attrNameLst>
                                          </p:cBhvr>
                                          <p:tavLst>
                                            <p:tav tm="0">
                                              <p:val>
                                                <p:strVal val="#ppt_x"/>
                                              </p:val>
                                            </p:tav>
                                            <p:tav tm="100000">
                                              <p:val>
                                                <p:strVal val="#ppt_x"/>
                                              </p:val>
                                            </p:tav>
                                          </p:tavLst>
                                        </p:anim>
                                        <p:anim calcmode="lin" valueType="num" p14:bounceEnd="50000">
                                          <p:cBhvr additive="base">
                                            <p:cTn id="44" dur="500" fill="hold"/>
                                            <p:tgtEl>
                                              <p:spTgt spid="35"/>
                                            </p:tgtEl>
                                            <p:attrNameLst>
                                              <p:attrName>ppt_y</p:attrName>
                                            </p:attrNameLst>
                                          </p:cBhvr>
                                          <p:tavLst>
                                            <p:tav tm="0">
                                              <p:val>
                                                <p:strVal val="0-#ppt_h/2"/>
                                              </p:val>
                                            </p:tav>
                                            <p:tav tm="100000">
                                              <p:val>
                                                <p:strVal val="#ppt_y"/>
                                              </p:val>
                                            </p:tav>
                                          </p:tavLst>
                                        </p:anim>
                                      </p:childTnLst>
                                    </p:cTn>
                                  </p:par>
                                </p:childTnLst>
                              </p:cTn>
                            </p:par>
                            <p:par>
                              <p:cTn id="45" fill="hold">
                                <p:stCondLst>
                                  <p:cond delay="3670"/>
                                </p:stCondLst>
                                <p:childTnLst>
                                  <p:par>
                                    <p:cTn id="46" presetID="22" presetClass="entr" presetSubtype="8" fill="hold" grpId="0" nodeType="afterEffect">
                                      <p:stCondLst>
                                        <p:cond delay="0"/>
                                      </p:stCondLst>
                                      <p:iterate type="lt">
                                        <p:tmPct val="30000"/>
                                      </p:iterate>
                                      <p:childTnLst>
                                        <p:set>
                                          <p:cBhvr>
                                            <p:cTn id="47" dur="1" fill="hold">
                                              <p:stCondLst>
                                                <p:cond delay="0"/>
                                              </p:stCondLst>
                                            </p:cTn>
                                            <p:tgtEl>
                                              <p:spTgt spid="37"/>
                                            </p:tgtEl>
                                            <p:attrNameLst>
                                              <p:attrName>style.visibility</p:attrName>
                                            </p:attrNameLst>
                                          </p:cBhvr>
                                          <p:to>
                                            <p:strVal val="visible"/>
                                          </p:to>
                                        </p:set>
                                        <p:animEffect transition="in" filter="wipe(left)">
                                          <p:cBhvr>
                                            <p:cTn id="48" dur="100"/>
                                            <p:tgtEl>
                                              <p:spTgt spid="37"/>
                                            </p:tgtEl>
                                          </p:cBhvr>
                                        </p:animEffect>
                                      </p:childTnLst>
                                    </p:cTn>
                                  </p:par>
                                  <p:par>
                                    <p:cTn id="49" presetID="36" presetClass="emph" presetSubtype="0" fill="hold" grpId="1" nodeType="withEffect">
                                      <p:stCondLst>
                                        <p:cond delay="0"/>
                                      </p:stCondLst>
                                      <p:iterate type="lt">
                                        <p:tmPct val="30000"/>
                                      </p:iterate>
                                      <p:childTnLst>
                                        <p:animScale>
                                          <p:cBhvr>
                                            <p:cTn id="50" dur="50" autoRev="1" fill="hold">
                                              <p:stCondLst>
                                                <p:cond delay="0"/>
                                              </p:stCondLst>
                                            </p:cTn>
                                            <p:tgtEl>
                                              <p:spTgt spid="37"/>
                                            </p:tgtEl>
                                          </p:cBhvr>
                                          <p:to x="80000" y="100000"/>
                                        </p:animScale>
                                        <p:anim by="(#ppt_w*0.10)" calcmode="lin" valueType="num">
                                          <p:cBhvr>
                                            <p:cTn id="51" dur="50" autoRev="1" fill="hold">
                                              <p:stCondLst>
                                                <p:cond delay="0"/>
                                              </p:stCondLst>
                                            </p:cTn>
                                            <p:tgtEl>
                                              <p:spTgt spid="37"/>
                                            </p:tgtEl>
                                            <p:attrNameLst>
                                              <p:attrName>ppt_x</p:attrName>
                                            </p:attrNameLst>
                                          </p:cBhvr>
                                        </p:anim>
                                        <p:anim by="(-#ppt_w*0.10)" calcmode="lin" valueType="num">
                                          <p:cBhvr>
                                            <p:cTn id="52" dur="50" autoRev="1" fill="hold">
                                              <p:stCondLst>
                                                <p:cond delay="0"/>
                                              </p:stCondLst>
                                            </p:cTn>
                                            <p:tgtEl>
                                              <p:spTgt spid="37"/>
                                            </p:tgtEl>
                                            <p:attrNameLst>
                                              <p:attrName>ppt_y</p:attrName>
                                            </p:attrNameLst>
                                          </p:cBhvr>
                                        </p:anim>
                                        <p:animRot by="-480000">
                                          <p:cBhvr>
                                            <p:cTn id="53" dur="50" autoRev="1" fill="hold">
                                              <p:stCondLst>
                                                <p:cond delay="0"/>
                                              </p:stCondLst>
                                            </p:cTn>
                                            <p:tgtEl>
                                              <p:spTgt spid="37"/>
                                            </p:tgtEl>
                                            <p:attrNameLst>
                                              <p:attrName>r</p:attrName>
                                            </p:attrNameLst>
                                          </p:cBhvr>
                                        </p:animRot>
                                      </p:childTnLst>
                                    </p:cTn>
                                  </p:par>
                                </p:childTnLst>
                              </p:cTn>
                            </p:par>
                            <p:par>
                              <p:cTn id="54" fill="hold">
                                <p:stCondLst>
                                  <p:cond delay="4520"/>
                                </p:stCondLst>
                                <p:childTnLst>
                                  <p:par>
                                    <p:cTn id="55" presetID="16" presetClass="entr" presetSubtype="37" fill="hold" grpId="0" nodeType="afterEffect">
                                      <p:stCondLst>
                                        <p:cond delay="0"/>
                                      </p:stCondLst>
                                      <p:childTnLst>
                                        <p:set>
                                          <p:cBhvr>
                                            <p:cTn id="56" dur="1" fill="hold">
                                              <p:stCondLst>
                                                <p:cond delay="0"/>
                                              </p:stCondLst>
                                            </p:cTn>
                                            <p:tgtEl>
                                              <p:spTgt spid="39"/>
                                            </p:tgtEl>
                                            <p:attrNameLst>
                                              <p:attrName>style.visibility</p:attrName>
                                            </p:attrNameLst>
                                          </p:cBhvr>
                                          <p:to>
                                            <p:strVal val="visible"/>
                                          </p:to>
                                        </p:set>
                                        <p:animEffect transition="in" filter="barn(outVertical)">
                                          <p:cBhvr>
                                            <p:cTn id="57" dur="500"/>
                                            <p:tgtEl>
                                              <p:spTgt spid="39"/>
                                            </p:tgtEl>
                                          </p:cBhvr>
                                        </p:animEffect>
                                      </p:childTnLst>
                                    </p:cTn>
                                  </p:par>
                                </p:childTnLst>
                              </p:cTn>
                            </p:par>
                            <p:par>
                              <p:cTn id="58" fill="hold">
                                <p:stCondLst>
                                  <p:cond delay="5020"/>
                                </p:stCondLst>
                                <p:childTnLst>
                                  <p:par>
                                    <p:cTn id="59" presetID="2" presetClass="entr" presetSubtype="1" fill="hold" grpId="0" nodeType="afterEffect" p14:presetBounceEnd="50000">
                                      <p:stCondLst>
                                        <p:cond delay="0"/>
                                      </p:stCondLst>
                                      <p:childTnLst>
                                        <p:set>
                                          <p:cBhvr>
                                            <p:cTn id="60" dur="1" fill="hold">
                                              <p:stCondLst>
                                                <p:cond delay="0"/>
                                              </p:stCondLst>
                                            </p:cTn>
                                            <p:tgtEl>
                                              <p:spTgt spid="38"/>
                                            </p:tgtEl>
                                            <p:attrNameLst>
                                              <p:attrName>style.visibility</p:attrName>
                                            </p:attrNameLst>
                                          </p:cBhvr>
                                          <p:to>
                                            <p:strVal val="visible"/>
                                          </p:to>
                                        </p:set>
                                        <p:anim calcmode="lin" valueType="num" p14:bounceEnd="50000">
                                          <p:cBhvr additive="base">
                                            <p:cTn id="61" dur="500" fill="hold"/>
                                            <p:tgtEl>
                                              <p:spTgt spid="38"/>
                                            </p:tgtEl>
                                            <p:attrNameLst>
                                              <p:attrName>ppt_x</p:attrName>
                                            </p:attrNameLst>
                                          </p:cBhvr>
                                          <p:tavLst>
                                            <p:tav tm="0">
                                              <p:val>
                                                <p:strVal val="#ppt_x"/>
                                              </p:val>
                                            </p:tav>
                                            <p:tav tm="100000">
                                              <p:val>
                                                <p:strVal val="#ppt_x"/>
                                              </p:val>
                                            </p:tav>
                                          </p:tavLst>
                                        </p:anim>
                                        <p:anim calcmode="lin" valueType="num" p14:bounceEnd="50000">
                                          <p:cBhvr additive="base">
                                            <p:cTn id="62" dur="500" fill="hold"/>
                                            <p:tgtEl>
                                              <p:spTgt spid="38"/>
                                            </p:tgtEl>
                                            <p:attrNameLst>
                                              <p:attrName>ppt_y</p:attrName>
                                            </p:attrNameLst>
                                          </p:cBhvr>
                                          <p:tavLst>
                                            <p:tav tm="0">
                                              <p:val>
                                                <p:strVal val="0-#ppt_h/2"/>
                                              </p:val>
                                            </p:tav>
                                            <p:tav tm="100000">
                                              <p:val>
                                                <p:strVal val="#ppt_y"/>
                                              </p:val>
                                            </p:tav>
                                          </p:tavLst>
                                        </p:anim>
                                      </p:childTnLst>
                                    </p:cTn>
                                  </p:par>
                                </p:childTnLst>
                              </p:cTn>
                            </p:par>
                            <p:par>
                              <p:cTn id="63" fill="hold">
                                <p:stCondLst>
                                  <p:cond delay="5520"/>
                                </p:stCondLst>
                                <p:childTnLst>
                                  <p:par>
                                    <p:cTn id="64" presetID="22" presetClass="entr" presetSubtype="8" fill="hold" grpId="0" nodeType="afterEffect">
                                      <p:stCondLst>
                                        <p:cond delay="0"/>
                                      </p:stCondLst>
                                      <p:iterate type="lt">
                                        <p:tmPct val="30000"/>
                                      </p:iterate>
                                      <p:childTnLst>
                                        <p:set>
                                          <p:cBhvr>
                                            <p:cTn id="65" dur="1" fill="hold">
                                              <p:stCondLst>
                                                <p:cond delay="0"/>
                                              </p:stCondLst>
                                            </p:cTn>
                                            <p:tgtEl>
                                              <p:spTgt spid="40"/>
                                            </p:tgtEl>
                                            <p:attrNameLst>
                                              <p:attrName>style.visibility</p:attrName>
                                            </p:attrNameLst>
                                          </p:cBhvr>
                                          <p:to>
                                            <p:strVal val="visible"/>
                                          </p:to>
                                        </p:set>
                                        <p:animEffect transition="in" filter="wipe(left)">
                                          <p:cBhvr>
                                            <p:cTn id="66" dur="100"/>
                                            <p:tgtEl>
                                              <p:spTgt spid="40"/>
                                            </p:tgtEl>
                                          </p:cBhvr>
                                        </p:animEffect>
                                      </p:childTnLst>
                                    </p:cTn>
                                  </p:par>
                                  <p:par>
                                    <p:cTn id="67" presetID="36" presetClass="emph" presetSubtype="0" fill="hold" grpId="1" nodeType="withEffect">
                                      <p:stCondLst>
                                        <p:cond delay="0"/>
                                      </p:stCondLst>
                                      <p:iterate type="lt">
                                        <p:tmPct val="30000"/>
                                      </p:iterate>
                                      <p:childTnLst>
                                        <p:animScale>
                                          <p:cBhvr>
                                            <p:cTn id="68" dur="50" autoRev="1" fill="hold">
                                              <p:stCondLst>
                                                <p:cond delay="0"/>
                                              </p:stCondLst>
                                            </p:cTn>
                                            <p:tgtEl>
                                              <p:spTgt spid="40"/>
                                            </p:tgtEl>
                                          </p:cBhvr>
                                          <p:to x="80000" y="100000"/>
                                        </p:animScale>
                                        <p:anim by="(#ppt_w*0.10)" calcmode="lin" valueType="num">
                                          <p:cBhvr>
                                            <p:cTn id="69" dur="50" autoRev="1" fill="hold">
                                              <p:stCondLst>
                                                <p:cond delay="0"/>
                                              </p:stCondLst>
                                            </p:cTn>
                                            <p:tgtEl>
                                              <p:spTgt spid="40"/>
                                            </p:tgtEl>
                                            <p:attrNameLst>
                                              <p:attrName>ppt_x</p:attrName>
                                            </p:attrNameLst>
                                          </p:cBhvr>
                                        </p:anim>
                                        <p:anim by="(-#ppt_w*0.10)" calcmode="lin" valueType="num">
                                          <p:cBhvr>
                                            <p:cTn id="70" dur="50" autoRev="1" fill="hold">
                                              <p:stCondLst>
                                                <p:cond delay="0"/>
                                              </p:stCondLst>
                                            </p:cTn>
                                            <p:tgtEl>
                                              <p:spTgt spid="40"/>
                                            </p:tgtEl>
                                            <p:attrNameLst>
                                              <p:attrName>ppt_y</p:attrName>
                                            </p:attrNameLst>
                                          </p:cBhvr>
                                        </p:anim>
                                        <p:animRot by="-480000">
                                          <p:cBhvr>
                                            <p:cTn id="71" dur="50" autoRev="1" fill="hold">
                                              <p:stCondLst>
                                                <p:cond delay="0"/>
                                              </p:stCondLst>
                                            </p:cTn>
                                            <p:tgtEl>
                                              <p:spTgt spid="40"/>
                                            </p:tgtEl>
                                            <p:attrNameLst>
                                              <p:attrName>r</p:attrName>
                                            </p:attrNameLst>
                                          </p:cBhvr>
                                        </p:animRot>
                                      </p:childTnLst>
                                    </p:cTn>
                                  </p:par>
                                </p:childTnLst>
                              </p:cTn>
                            </p:par>
                            <p:par>
                              <p:cTn id="72" fill="hold">
                                <p:stCondLst>
                                  <p:cond delay="6130"/>
                                </p:stCondLst>
                                <p:childTnLst>
                                  <p:par>
                                    <p:cTn id="73" presetID="2" presetClass="entr" presetSubtype="1" fill="hold" grpId="0" nodeType="afterEffect" p14:presetBounceEnd="50000">
                                      <p:stCondLst>
                                        <p:cond delay="0"/>
                                      </p:stCondLst>
                                      <p:childTnLst>
                                        <p:set>
                                          <p:cBhvr>
                                            <p:cTn id="74" dur="1" fill="hold">
                                              <p:stCondLst>
                                                <p:cond delay="0"/>
                                              </p:stCondLst>
                                            </p:cTn>
                                            <p:tgtEl>
                                              <p:spTgt spid="5"/>
                                            </p:tgtEl>
                                            <p:attrNameLst>
                                              <p:attrName>style.visibility</p:attrName>
                                            </p:attrNameLst>
                                          </p:cBhvr>
                                          <p:to>
                                            <p:strVal val="visible"/>
                                          </p:to>
                                        </p:set>
                                        <p:anim calcmode="lin" valueType="num" p14:bounceEnd="50000">
                                          <p:cBhvr additive="base">
                                            <p:cTn id="75" dur="500" fill="hold"/>
                                            <p:tgtEl>
                                              <p:spTgt spid="5"/>
                                            </p:tgtEl>
                                            <p:attrNameLst>
                                              <p:attrName>ppt_x</p:attrName>
                                            </p:attrNameLst>
                                          </p:cBhvr>
                                          <p:tavLst>
                                            <p:tav tm="0">
                                              <p:val>
                                                <p:strVal val="#ppt_x"/>
                                              </p:val>
                                            </p:tav>
                                            <p:tav tm="100000">
                                              <p:val>
                                                <p:strVal val="#ppt_x"/>
                                              </p:val>
                                            </p:tav>
                                          </p:tavLst>
                                        </p:anim>
                                        <p:anim calcmode="lin" valueType="num" p14:bounceEnd="50000">
                                          <p:cBhvr additive="base">
                                            <p:cTn id="76" dur="500" fill="hold"/>
                                            <p:tgtEl>
                                              <p:spTgt spid="5"/>
                                            </p:tgtEl>
                                            <p:attrNameLst>
                                              <p:attrName>ppt_y</p:attrName>
                                            </p:attrNameLst>
                                          </p:cBhvr>
                                          <p:tavLst>
                                            <p:tav tm="0">
                                              <p:val>
                                                <p:strVal val="0-#ppt_h/2"/>
                                              </p:val>
                                            </p:tav>
                                            <p:tav tm="100000">
                                              <p:val>
                                                <p:strVal val="#ppt_y"/>
                                              </p:val>
                                            </p:tav>
                                          </p:tavLst>
                                        </p:anim>
                                      </p:childTnLst>
                                    </p:cTn>
                                  </p:par>
                                </p:childTnLst>
                              </p:cTn>
                            </p:par>
                            <p:par>
                              <p:cTn id="77" fill="hold">
                                <p:stCondLst>
                                  <p:cond delay="6630"/>
                                </p:stCondLst>
                                <p:childTnLst>
                                  <p:par>
                                    <p:cTn id="78" presetID="16" presetClass="entr" presetSubtype="37" fill="hold" grpId="0" nodeType="afterEffect">
                                      <p:stCondLst>
                                        <p:cond delay="0"/>
                                      </p:stCondLst>
                                      <p:childTnLst>
                                        <p:set>
                                          <p:cBhvr>
                                            <p:cTn id="79" dur="1" fill="hold">
                                              <p:stCondLst>
                                                <p:cond delay="0"/>
                                              </p:stCondLst>
                                            </p:cTn>
                                            <p:tgtEl>
                                              <p:spTgt spid="6"/>
                                            </p:tgtEl>
                                            <p:attrNameLst>
                                              <p:attrName>style.visibility</p:attrName>
                                            </p:attrNameLst>
                                          </p:cBhvr>
                                          <p:to>
                                            <p:strVal val="visible"/>
                                          </p:to>
                                        </p:set>
                                        <p:animEffect transition="in" filter="barn(outVertical)">
                                          <p:cBhvr>
                                            <p:cTn id="8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4" grpId="0"/>
          <p:bldP spid="34" grpId="1"/>
          <p:bldP spid="35" grpId="0" animBg="1"/>
          <p:bldP spid="36" grpId="0" animBg="1"/>
          <p:bldP spid="37" grpId="0"/>
          <p:bldP spid="37" grpId="1"/>
          <p:bldP spid="38" grpId="0" animBg="1"/>
          <p:bldP spid="39" grpId="0" animBg="1"/>
          <p:bldP spid="40" grpId="0"/>
          <p:bldP spid="40" grpId="1"/>
          <p:bldP spid="5" grpId="0" animBg="1"/>
          <p:bldP spid="6"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randombar(horizontal)">
                                          <p:cBhvr>
                                            <p:cTn id="7" dur="500"/>
                                            <p:tgtEl>
                                              <p:spTgt spid="3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wipe(left)">
                                          <p:cBhvr>
                                            <p:cTn id="11" dur="500"/>
                                            <p:tgtEl>
                                              <p:spTgt spid="31"/>
                                            </p:tgtEl>
                                          </p:cBhvr>
                                        </p:animEffect>
                                      </p:childTnLst>
                                    </p:cTn>
                                  </p:par>
                                  <p:par>
                                    <p:cTn id="12" presetID="22" presetClass="entr" presetSubtype="8" fill="hold" nodeType="withEffect">
                                      <p:stCondLst>
                                        <p:cond delay="0"/>
                                      </p:stCondLst>
                                      <p:childTnLst>
                                        <p:set>
                                          <p:cBhvr>
                                            <p:cTn id="13" dur="1" fill="hold">
                                              <p:stCondLst>
                                                <p:cond delay="0"/>
                                              </p:stCondLst>
                                            </p:cTn>
                                            <p:tgtEl>
                                              <p:spTgt spid="32"/>
                                            </p:tgtEl>
                                            <p:attrNameLst>
                                              <p:attrName>style.visibility</p:attrName>
                                            </p:attrNameLst>
                                          </p:cBhvr>
                                          <p:to>
                                            <p:strVal val="visible"/>
                                          </p:to>
                                        </p:set>
                                        <p:animEffect transition="in" filter="wipe(left)">
                                          <p:cBhvr>
                                            <p:cTn id="14" dur="500"/>
                                            <p:tgtEl>
                                              <p:spTgt spid="32"/>
                                            </p:tgtEl>
                                          </p:cBhvr>
                                        </p:animEffect>
                                      </p:childTnLst>
                                    </p:cTn>
                                  </p:par>
                                  <p:par>
                                    <p:cTn id="15" presetID="22" presetClass="entr" presetSubtype="8" fill="hold" nodeType="with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wipe(left)">
                                          <p:cBhvr>
                                            <p:cTn id="17" dur="500"/>
                                            <p:tgtEl>
                                              <p:spTgt spid="33"/>
                                            </p:tgtEl>
                                          </p:cBhvr>
                                        </p:animEffect>
                                      </p:childTnLst>
                                    </p:cTn>
                                  </p:par>
                                </p:childTnLst>
                              </p:cTn>
                            </p:par>
                            <p:par>
                              <p:cTn id="18" fill="hold">
                                <p:stCondLst>
                                  <p:cond delay="1000"/>
                                </p:stCondLst>
                                <p:childTnLst>
                                  <p:par>
                                    <p:cTn id="19" presetID="16" presetClass="entr" presetSubtype="37" fill="hold" grpId="0" nodeType="after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barn(outVertical)">
                                          <p:cBhvr>
                                            <p:cTn id="21" dur="500"/>
                                            <p:tgtEl>
                                              <p:spTgt spid="29"/>
                                            </p:tgtEl>
                                          </p:cBhvr>
                                        </p:animEffect>
                                      </p:childTnLst>
                                    </p:cTn>
                                  </p:par>
                                </p:childTnLst>
                              </p:cTn>
                            </p:par>
                            <p:par>
                              <p:cTn id="22" fill="hold">
                                <p:stCondLst>
                                  <p:cond delay="1500"/>
                                </p:stCondLst>
                                <p:childTnLst>
                                  <p:par>
                                    <p:cTn id="23" presetID="2" presetClass="entr" presetSubtype="1" fill="hold" grpId="0" nodeType="afterEffect">
                                      <p:stCondLst>
                                        <p:cond delay="0"/>
                                      </p:stCondLst>
                                      <p:childTnLst>
                                        <p:set>
                                          <p:cBhvr>
                                            <p:cTn id="24" dur="1" fill="hold">
                                              <p:stCondLst>
                                                <p:cond delay="0"/>
                                              </p:stCondLst>
                                            </p:cTn>
                                            <p:tgtEl>
                                              <p:spTgt spid="28"/>
                                            </p:tgtEl>
                                            <p:attrNameLst>
                                              <p:attrName>style.visibility</p:attrName>
                                            </p:attrNameLst>
                                          </p:cBhvr>
                                          <p:to>
                                            <p:strVal val="visible"/>
                                          </p:to>
                                        </p:set>
                                        <p:anim calcmode="lin" valueType="num">
                                          <p:cBhvr additive="base">
                                            <p:cTn id="25" dur="500" fill="hold"/>
                                            <p:tgtEl>
                                              <p:spTgt spid="28"/>
                                            </p:tgtEl>
                                            <p:attrNameLst>
                                              <p:attrName>ppt_x</p:attrName>
                                            </p:attrNameLst>
                                          </p:cBhvr>
                                          <p:tavLst>
                                            <p:tav tm="0">
                                              <p:val>
                                                <p:strVal val="#ppt_x"/>
                                              </p:val>
                                            </p:tav>
                                            <p:tav tm="100000">
                                              <p:val>
                                                <p:strVal val="#ppt_x"/>
                                              </p:val>
                                            </p:tav>
                                          </p:tavLst>
                                        </p:anim>
                                        <p:anim calcmode="lin" valueType="num">
                                          <p:cBhvr additive="base">
                                            <p:cTn id="26" dur="500" fill="hold"/>
                                            <p:tgtEl>
                                              <p:spTgt spid="28"/>
                                            </p:tgtEl>
                                            <p:attrNameLst>
                                              <p:attrName>ppt_y</p:attrName>
                                            </p:attrNameLst>
                                          </p:cBhvr>
                                          <p:tavLst>
                                            <p:tav tm="0">
                                              <p:val>
                                                <p:strVal val="0-#ppt_h/2"/>
                                              </p:val>
                                            </p:tav>
                                            <p:tav tm="100000">
                                              <p:val>
                                                <p:strVal val="#ppt_y"/>
                                              </p:val>
                                            </p:tav>
                                          </p:tavLst>
                                        </p:anim>
                                      </p:childTnLst>
                                    </p:cTn>
                                  </p:par>
                                </p:childTnLst>
                              </p:cTn>
                            </p:par>
                            <p:par>
                              <p:cTn id="27" fill="hold">
                                <p:stCondLst>
                                  <p:cond delay="2000"/>
                                </p:stCondLst>
                                <p:childTnLst>
                                  <p:par>
                                    <p:cTn id="28" presetID="22" presetClass="entr" presetSubtype="8" fill="hold" grpId="0" nodeType="afterEffect">
                                      <p:stCondLst>
                                        <p:cond delay="0"/>
                                      </p:stCondLst>
                                      <p:iterate type="lt">
                                        <p:tmPct val="30000"/>
                                      </p:iterate>
                                      <p:childTnLst>
                                        <p:set>
                                          <p:cBhvr>
                                            <p:cTn id="29" dur="1" fill="hold">
                                              <p:stCondLst>
                                                <p:cond delay="0"/>
                                              </p:stCondLst>
                                            </p:cTn>
                                            <p:tgtEl>
                                              <p:spTgt spid="34"/>
                                            </p:tgtEl>
                                            <p:attrNameLst>
                                              <p:attrName>style.visibility</p:attrName>
                                            </p:attrNameLst>
                                          </p:cBhvr>
                                          <p:to>
                                            <p:strVal val="visible"/>
                                          </p:to>
                                        </p:set>
                                        <p:animEffect transition="in" filter="wipe(left)">
                                          <p:cBhvr>
                                            <p:cTn id="30" dur="100"/>
                                            <p:tgtEl>
                                              <p:spTgt spid="34"/>
                                            </p:tgtEl>
                                          </p:cBhvr>
                                        </p:animEffect>
                                      </p:childTnLst>
                                    </p:cTn>
                                  </p:par>
                                  <p:par>
                                    <p:cTn id="31" presetID="36" presetClass="emph" presetSubtype="0" fill="hold" grpId="1" nodeType="withEffect">
                                      <p:stCondLst>
                                        <p:cond delay="0"/>
                                      </p:stCondLst>
                                      <p:iterate type="lt">
                                        <p:tmPct val="30000"/>
                                      </p:iterate>
                                      <p:childTnLst>
                                        <p:animScale>
                                          <p:cBhvr>
                                            <p:cTn id="32" dur="50" autoRev="1" fill="hold">
                                              <p:stCondLst>
                                                <p:cond delay="0"/>
                                              </p:stCondLst>
                                            </p:cTn>
                                            <p:tgtEl>
                                              <p:spTgt spid="34"/>
                                            </p:tgtEl>
                                          </p:cBhvr>
                                          <p:to x="80000" y="100000"/>
                                        </p:animScale>
                                        <p:anim by="(#ppt_w*0.10)" calcmode="lin" valueType="num">
                                          <p:cBhvr>
                                            <p:cTn id="33" dur="50" autoRev="1" fill="hold">
                                              <p:stCondLst>
                                                <p:cond delay="0"/>
                                              </p:stCondLst>
                                            </p:cTn>
                                            <p:tgtEl>
                                              <p:spTgt spid="34"/>
                                            </p:tgtEl>
                                            <p:attrNameLst>
                                              <p:attrName>ppt_x</p:attrName>
                                            </p:attrNameLst>
                                          </p:cBhvr>
                                        </p:anim>
                                        <p:anim by="(-#ppt_w*0.10)" calcmode="lin" valueType="num">
                                          <p:cBhvr>
                                            <p:cTn id="34" dur="50" autoRev="1" fill="hold">
                                              <p:stCondLst>
                                                <p:cond delay="0"/>
                                              </p:stCondLst>
                                            </p:cTn>
                                            <p:tgtEl>
                                              <p:spTgt spid="34"/>
                                            </p:tgtEl>
                                            <p:attrNameLst>
                                              <p:attrName>ppt_y</p:attrName>
                                            </p:attrNameLst>
                                          </p:cBhvr>
                                        </p:anim>
                                        <p:animRot by="-480000">
                                          <p:cBhvr>
                                            <p:cTn id="35" dur="50" autoRev="1" fill="hold">
                                              <p:stCondLst>
                                                <p:cond delay="0"/>
                                              </p:stCondLst>
                                            </p:cTn>
                                            <p:tgtEl>
                                              <p:spTgt spid="34"/>
                                            </p:tgtEl>
                                            <p:attrNameLst>
                                              <p:attrName>r</p:attrName>
                                            </p:attrNameLst>
                                          </p:cBhvr>
                                        </p:animRot>
                                      </p:childTnLst>
                                    </p:cTn>
                                  </p:par>
                                </p:childTnLst>
                              </p:cTn>
                            </p:par>
                            <p:par>
                              <p:cTn id="36" fill="hold">
                                <p:stCondLst>
                                  <p:cond delay="2670"/>
                                </p:stCondLst>
                                <p:childTnLst>
                                  <p:par>
                                    <p:cTn id="37" presetID="16" presetClass="entr" presetSubtype="37" fill="hold" grpId="0" nodeType="afterEffect">
                                      <p:stCondLst>
                                        <p:cond delay="0"/>
                                      </p:stCondLst>
                                      <p:childTnLst>
                                        <p:set>
                                          <p:cBhvr>
                                            <p:cTn id="38" dur="1" fill="hold">
                                              <p:stCondLst>
                                                <p:cond delay="0"/>
                                              </p:stCondLst>
                                            </p:cTn>
                                            <p:tgtEl>
                                              <p:spTgt spid="36"/>
                                            </p:tgtEl>
                                            <p:attrNameLst>
                                              <p:attrName>style.visibility</p:attrName>
                                            </p:attrNameLst>
                                          </p:cBhvr>
                                          <p:to>
                                            <p:strVal val="visible"/>
                                          </p:to>
                                        </p:set>
                                        <p:animEffect transition="in" filter="barn(outVertical)">
                                          <p:cBhvr>
                                            <p:cTn id="39" dur="500"/>
                                            <p:tgtEl>
                                              <p:spTgt spid="36"/>
                                            </p:tgtEl>
                                          </p:cBhvr>
                                        </p:animEffect>
                                      </p:childTnLst>
                                    </p:cTn>
                                  </p:par>
                                </p:childTnLst>
                              </p:cTn>
                            </p:par>
                            <p:par>
                              <p:cTn id="40" fill="hold">
                                <p:stCondLst>
                                  <p:cond delay="3170"/>
                                </p:stCondLst>
                                <p:childTnLst>
                                  <p:par>
                                    <p:cTn id="41" presetID="2" presetClass="entr" presetSubtype="1" fill="hold" grpId="0" nodeType="afterEffect">
                                      <p:stCondLst>
                                        <p:cond delay="0"/>
                                      </p:stCondLst>
                                      <p:childTnLst>
                                        <p:set>
                                          <p:cBhvr>
                                            <p:cTn id="42" dur="1" fill="hold">
                                              <p:stCondLst>
                                                <p:cond delay="0"/>
                                              </p:stCondLst>
                                            </p:cTn>
                                            <p:tgtEl>
                                              <p:spTgt spid="35"/>
                                            </p:tgtEl>
                                            <p:attrNameLst>
                                              <p:attrName>style.visibility</p:attrName>
                                            </p:attrNameLst>
                                          </p:cBhvr>
                                          <p:to>
                                            <p:strVal val="visible"/>
                                          </p:to>
                                        </p:set>
                                        <p:anim calcmode="lin" valueType="num">
                                          <p:cBhvr additive="base">
                                            <p:cTn id="43" dur="500" fill="hold"/>
                                            <p:tgtEl>
                                              <p:spTgt spid="35"/>
                                            </p:tgtEl>
                                            <p:attrNameLst>
                                              <p:attrName>ppt_x</p:attrName>
                                            </p:attrNameLst>
                                          </p:cBhvr>
                                          <p:tavLst>
                                            <p:tav tm="0">
                                              <p:val>
                                                <p:strVal val="#ppt_x"/>
                                              </p:val>
                                            </p:tav>
                                            <p:tav tm="100000">
                                              <p:val>
                                                <p:strVal val="#ppt_x"/>
                                              </p:val>
                                            </p:tav>
                                          </p:tavLst>
                                        </p:anim>
                                        <p:anim calcmode="lin" valueType="num">
                                          <p:cBhvr additive="base">
                                            <p:cTn id="44" dur="500" fill="hold"/>
                                            <p:tgtEl>
                                              <p:spTgt spid="35"/>
                                            </p:tgtEl>
                                            <p:attrNameLst>
                                              <p:attrName>ppt_y</p:attrName>
                                            </p:attrNameLst>
                                          </p:cBhvr>
                                          <p:tavLst>
                                            <p:tav tm="0">
                                              <p:val>
                                                <p:strVal val="0-#ppt_h/2"/>
                                              </p:val>
                                            </p:tav>
                                            <p:tav tm="100000">
                                              <p:val>
                                                <p:strVal val="#ppt_y"/>
                                              </p:val>
                                            </p:tav>
                                          </p:tavLst>
                                        </p:anim>
                                      </p:childTnLst>
                                    </p:cTn>
                                  </p:par>
                                </p:childTnLst>
                              </p:cTn>
                            </p:par>
                            <p:par>
                              <p:cTn id="45" fill="hold">
                                <p:stCondLst>
                                  <p:cond delay="3670"/>
                                </p:stCondLst>
                                <p:childTnLst>
                                  <p:par>
                                    <p:cTn id="46" presetID="22" presetClass="entr" presetSubtype="8" fill="hold" grpId="0" nodeType="afterEffect">
                                      <p:stCondLst>
                                        <p:cond delay="0"/>
                                      </p:stCondLst>
                                      <p:iterate type="lt">
                                        <p:tmPct val="30000"/>
                                      </p:iterate>
                                      <p:childTnLst>
                                        <p:set>
                                          <p:cBhvr>
                                            <p:cTn id="47" dur="1" fill="hold">
                                              <p:stCondLst>
                                                <p:cond delay="0"/>
                                              </p:stCondLst>
                                            </p:cTn>
                                            <p:tgtEl>
                                              <p:spTgt spid="37"/>
                                            </p:tgtEl>
                                            <p:attrNameLst>
                                              <p:attrName>style.visibility</p:attrName>
                                            </p:attrNameLst>
                                          </p:cBhvr>
                                          <p:to>
                                            <p:strVal val="visible"/>
                                          </p:to>
                                        </p:set>
                                        <p:animEffect transition="in" filter="wipe(left)">
                                          <p:cBhvr>
                                            <p:cTn id="48" dur="100"/>
                                            <p:tgtEl>
                                              <p:spTgt spid="37"/>
                                            </p:tgtEl>
                                          </p:cBhvr>
                                        </p:animEffect>
                                      </p:childTnLst>
                                    </p:cTn>
                                  </p:par>
                                  <p:par>
                                    <p:cTn id="49" presetID="36" presetClass="emph" presetSubtype="0" fill="hold" grpId="1" nodeType="withEffect">
                                      <p:stCondLst>
                                        <p:cond delay="0"/>
                                      </p:stCondLst>
                                      <p:iterate type="lt">
                                        <p:tmPct val="30000"/>
                                      </p:iterate>
                                      <p:childTnLst>
                                        <p:animScale>
                                          <p:cBhvr>
                                            <p:cTn id="50" dur="50" autoRev="1" fill="hold">
                                              <p:stCondLst>
                                                <p:cond delay="0"/>
                                              </p:stCondLst>
                                            </p:cTn>
                                            <p:tgtEl>
                                              <p:spTgt spid="37"/>
                                            </p:tgtEl>
                                          </p:cBhvr>
                                          <p:to x="80000" y="100000"/>
                                        </p:animScale>
                                        <p:anim by="(#ppt_w*0.10)" calcmode="lin" valueType="num">
                                          <p:cBhvr>
                                            <p:cTn id="51" dur="50" autoRev="1" fill="hold">
                                              <p:stCondLst>
                                                <p:cond delay="0"/>
                                              </p:stCondLst>
                                            </p:cTn>
                                            <p:tgtEl>
                                              <p:spTgt spid="37"/>
                                            </p:tgtEl>
                                            <p:attrNameLst>
                                              <p:attrName>ppt_x</p:attrName>
                                            </p:attrNameLst>
                                          </p:cBhvr>
                                        </p:anim>
                                        <p:anim by="(-#ppt_w*0.10)" calcmode="lin" valueType="num">
                                          <p:cBhvr>
                                            <p:cTn id="52" dur="50" autoRev="1" fill="hold">
                                              <p:stCondLst>
                                                <p:cond delay="0"/>
                                              </p:stCondLst>
                                            </p:cTn>
                                            <p:tgtEl>
                                              <p:spTgt spid="37"/>
                                            </p:tgtEl>
                                            <p:attrNameLst>
                                              <p:attrName>ppt_y</p:attrName>
                                            </p:attrNameLst>
                                          </p:cBhvr>
                                        </p:anim>
                                        <p:animRot by="-480000">
                                          <p:cBhvr>
                                            <p:cTn id="53" dur="50" autoRev="1" fill="hold">
                                              <p:stCondLst>
                                                <p:cond delay="0"/>
                                              </p:stCondLst>
                                            </p:cTn>
                                            <p:tgtEl>
                                              <p:spTgt spid="37"/>
                                            </p:tgtEl>
                                            <p:attrNameLst>
                                              <p:attrName>r</p:attrName>
                                            </p:attrNameLst>
                                          </p:cBhvr>
                                        </p:animRot>
                                      </p:childTnLst>
                                    </p:cTn>
                                  </p:par>
                                </p:childTnLst>
                              </p:cTn>
                            </p:par>
                            <p:par>
                              <p:cTn id="54" fill="hold">
                                <p:stCondLst>
                                  <p:cond delay="4520"/>
                                </p:stCondLst>
                                <p:childTnLst>
                                  <p:par>
                                    <p:cTn id="55" presetID="16" presetClass="entr" presetSubtype="37" fill="hold" grpId="0" nodeType="afterEffect">
                                      <p:stCondLst>
                                        <p:cond delay="0"/>
                                      </p:stCondLst>
                                      <p:childTnLst>
                                        <p:set>
                                          <p:cBhvr>
                                            <p:cTn id="56" dur="1" fill="hold">
                                              <p:stCondLst>
                                                <p:cond delay="0"/>
                                              </p:stCondLst>
                                            </p:cTn>
                                            <p:tgtEl>
                                              <p:spTgt spid="39"/>
                                            </p:tgtEl>
                                            <p:attrNameLst>
                                              <p:attrName>style.visibility</p:attrName>
                                            </p:attrNameLst>
                                          </p:cBhvr>
                                          <p:to>
                                            <p:strVal val="visible"/>
                                          </p:to>
                                        </p:set>
                                        <p:animEffect transition="in" filter="barn(outVertical)">
                                          <p:cBhvr>
                                            <p:cTn id="57" dur="500"/>
                                            <p:tgtEl>
                                              <p:spTgt spid="39"/>
                                            </p:tgtEl>
                                          </p:cBhvr>
                                        </p:animEffect>
                                      </p:childTnLst>
                                    </p:cTn>
                                  </p:par>
                                </p:childTnLst>
                              </p:cTn>
                            </p:par>
                            <p:par>
                              <p:cTn id="58" fill="hold">
                                <p:stCondLst>
                                  <p:cond delay="5020"/>
                                </p:stCondLst>
                                <p:childTnLst>
                                  <p:par>
                                    <p:cTn id="59" presetID="2" presetClass="entr" presetSubtype="1" fill="hold" grpId="0" nodeType="afterEffect">
                                      <p:stCondLst>
                                        <p:cond delay="0"/>
                                      </p:stCondLst>
                                      <p:childTnLst>
                                        <p:set>
                                          <p:cBhvr>
                                            <p:cTn id="60" dur="1" fill="hold">
                                              <p:stCondLst>
                                                <p:cond delay="0"/>
                                              </p:stCondLst>
                                            </p:cTn>
                                            <p:tgtEl>
                                              <p:spTgt spid="38"/>
                                            </p:tgtEl>
                                            <p:attrNameLst>
                                              <p:attrName>style.visibility</p:attrName>
                                            </p:attrNameLst>
                                          </p:cBhvr>
                                          <p:to>
                                            <p:strVal val="visible"/>
                                          </p:to>
                                        </p:set>
                                        <p:anim calcmode="lin" valueType="num">
                                          <p:cBhvr additive="base">
                                            <p:cTn id="61" dur="500" fill="hold"/>
                                            <p:tgtEl>
                                              <p:spTgt spid="38"/>
                                            </p:tgtEl>
                                            <p:attrNameLst>
                                              <p:attrName>ppt_x</p:attrName>
                                            </p:attrNameLst>
                                          </p:cBhvr>
                                          <p:tavLst>
                                            <p:tav tm="0">
                                              <p:val>
                                                <p:strVal val="#ppt_x"/>
                                              </p:val>
                                            </p:tav>
                                            <p:tav tm="100000">
                                              <p:val>
                                                <p:strVal val="#ppt_x"/>
                                              </p:val>
                                            </p:tav>
                                          </p:tavLst>
                                        </p:anim>
                                        <p:anim calcmode="lin" valueType="num">
                                          <p:cBhvr additive="base">
                                            <p:cTn id="62" dur="500" fill="hold"/>
                                            <p:tgtEl>
                                              <p:spTgt spid="38"/>
                                            </p:tgtEl>
                                            <p:attrNameLst>
                                              <p:attrName>ppt_y</p:attrName>
                                            </p:attrNameLst>
                                          </p:cBhvr>
                                          <p:tavLst>
                                            <p:tav tm="0">
                                              <p:val>
                                                <p:strVal val="0-#ppt_h/2"/>
                                              </p:val>
                                            </p:tav>
                                            <p:tav tm="100000">
                                              <p:val>
                                                <p:strVal val="#ppt_y"/>
                                              </p:val>
                                            </p:tav>
                                          </p:tavLst>
                                        </p:anim>
                                      </p:childTnLst>
                                    </p:cTn>
                                  </p:par>
                                </p:childTnLst>
                              </p:cTn>
                            </p:par>
                            <p:par>
                              <p:cTn id="63" fill="hold">
                                <p:stCondLst>
                                  <p:cond delay="5520"/>
                                </p:stCondLst>
                                <p:childTnLst>
                                  <p:par>
                                    <p:cTn id="64" presetID="22" presetClass="entr" presetSubtype="8" fill="hold" grpId="0" nodeType="afterEffect">
                                      <p:stCondLst>
                                        <p:cond delay="0"/>
                                      </p:stCondLst>
                                      <p:iterate type="lt">
                                        <p:tmPct val="30000"/>
                                      </p:iterate>
                                      <p:childTnLst>
                                        <p:set>
                                          <p:cBhvr>
                                            <p:cTn id="65" dur="1" fill="hold">
                                              <p:stCondLst>
                                                <p:cond delay="0"/>
                                              </p:stCondLst>
                                            </p:cTn>
                                            <p:tgtEl>
                                              <p:spTgt spid="40"/>
                                            </p:tgtEl>
                                            <p:attrNameLst>
                                              <p:attrName>style.visibility</p:attrName>
                                            </p:attrNameLst>
                                          </p:cBhvr>
                                          <p:to>
                                            <p:strVal val="visible"/>
                                          </p:to>
                                        </p:set>
                                        <p:animEffect transition="in" filter="wipe(left)">
                                          <p:cBhvr>
                                            <p:cTn id="66" dur="100"/>
                                            <p:tgtEl>
                                              <p:spTgt spid="40"/>
                                            </p:tgtEl>
                                          </p:cBhvr>
                                        </p:animEffect>
                                      </p:childTnLst>
                                    </p:cTn>
                                  </p:par>
                                  <p:par>
                                    <p:cTn id="67" presetID="36" presetClass="emph" presetSubtype="0" fill="hold" grpId="1" nodeType="withEffect">
                                      <p:stCondLst>
                                        <p:cond delay="0"/>
                                      </p:stCondLst>
                                      <p:iterate type="lt">
                                        <p:tmPct val="30000"/>
                                      </p:iterate>
                                      <p:childTnLst>
                                        <p:animScale>
                                          <p:cBhvr>
                                            <p:cTn id="68" dur="50" autoRev="1" fill="hold">
                                              <p:stCondLst>
                                                <p:cond delay="0"/>
                                              </p:stCondLst>
                                            </p:cTn>
                                            <p:tgtEl>
                                              <p:spTgt spid="40"/>
                                            </p:tgtEl>
                                          </p:cBhvr>
                                          <p:to x="80000" y="100000"/>
                                        </p:animScale>
                                        <p:anim by="(#ppt_w*0.10)" calcmode="lin" valueType="num">
                                          <p:cBhvr>
                                            <p:cTn id="69" dur="50" autoRev="1" fill="hold">
                                              <p:stCondLst>
                                                <p:cond delay="0"/>
                                              </p:stCondLst>
                                            </p:cTn>
                                            <p:tgtEl>
                                              <p:spTgt spid="40"/>
                                            </p:tgtEl>
                                            <p:attrNameLst>
                                              <p:attrName>ppt_x</p:attrName>
                                            </p:attrNameLst>
                                          </p:cBhvr>
                                        </p:anim>
                                        <p:anim by="(-#ppt_w*0.10)" calcmode="lin" valueType="num">
                                          <p:cBhvr>
                                            <p:cTn id="70" dur="50" autoRev="1" fill="hold">
                                              <p:stCondLst>
                                                <p:cond delay="0"/>
                                              </p:stCondLst>
                                            </p:cTn>
                                            <p:tgtEl>
                                              <p:spTgt spid="40"/>
                                            </p:tgtEl>
                                            <p:attrNameLst>
                                              <p:attrName>ppt_y</p:attrName>
                                            </p:attrNameLst>
                                          </p:cBhvr>
                                        </p:anim>
                                        <p:animRot by="-480000">
                                          <p:cBhvr>
                                            <p:cTn id="71" dur="50" autoRev="1" fill="hold">
                                              <p:stCondLst>
                                                <p:cond delay="0"/>
                                              </p:stCondLst>
                                            </p:cTn>
                                            <p:tgtEl>
                                              <p:spTgt spid="40"/>
                                            </p:tgtEl>
                                            <p:attrNameLst>
                                              <p:attrName>r</p:attrName>
                                            </p:attrNameLst>
                                          </p:cBhvr>
                                        </p:animRot>
                                      </p:childTnLst>
                                    </p:cTn>
                                  </p:par>
                                </p:childTnLst>
                              </p:cTn>
                            </p:par>
                            <p:par>
                              <p:cTn id="72" fill="hold">
                                <p:stCondLst>
                                  <p:cond delay="6130"/>
                                </p:stCondLst>
                                <p:childTnLst>
                                  <p:par>
                                    <p:cTn id="73" presetID="2" presetClass="entr" presetSubtype="1" fill="hold" grpId="0" nodeType="afterEffect">
                                      <p:stCondLst>
                                        <p:cond delay="0"/>
                                      </p:stCondLst>
                                      <p:childTnLst>
                                        <p:set>
                                          <p:cBhvr>
                                            <p:cTn id="74" dur="1" fill="hold">
                                              <p:stCondLst>
                                                <p:cond delay="0"/>
                                              </p:stCondLst>
                                            </p:cTn>
                                            <p:tgtEl>
                                              <p:spTgt spid="5"/>
                                            </p:tgtEl>
                                            <p:attrNameLst>
                                              <p:attrName>style.visibility</p:attrName>
                                            </p:attrNameLst>
                                          </p:cBhvr>
                                          <p:to>
                                            <p:strVal val="visible"/>
                                          </p:to>
                                        </p:set>
                                        <p:anim calcmode="lin" valueType="num">
                                          <p:cBhvr additive="base">
                                            <p:cTn id="75" dur="500" fill="hold"/>
                                            <p:tgtEl>
                                              <p:spTgt spid="5"/>
                                            </p:tgtEl>
                                            <p:attrNameLst>
                                              <p:attrName>ppt_x</p:attrName>
                                            </p:attrNameLst>
                                          </p:cBhvr>
                                          <p:tavLst>
                                            <p:tav tm="0">
                                              <p:val>
                                                <p:strVal val="#ppt_x"/>
                                              </p:val>
                                            </p:tav>
                                            <p:tav tm="100000">
                                              <p:val>
                                                <p:strVal val="#ppt_x"/>
                                              </p:val>
                                            </p:tav>
                                          </p:tavLst>
                                        </p:anim>
                                        <p:anim calcmode="lin" valueType="num">
                                          <p:cBhvr additive="base">
                                            <p:cTn id="76" dur="500" fill="hold"/>
                                            <p:tgtEl>
                                              <p:spTgt spid="5"/>
                                            </p:tgtEl>
                                            <p:attrNameLst>
                                              <p:attrName>ppt_y</p:attrName>
                                            </p:attrNameLst>
                                          </p:cBhvr>
                                          <p:tavLst>
                                            <p:tav tm="0">
                                              <p:val>
                                                <p:strVal val="0-#ppt_h/2"/>
                                              </p:val>
                                            </p:tav>
                                            <p:tav tm="100000">
                                              <p:val>
                                                <p:strVal val="#ppt_y"/>
                                              </p:val>
                                            </p:tav>
                                          </p:tavLst>
                                        </p:anim>
                                      </p:childTnLst>
                                    </p:cTn>
                                  </p:par>
                                </p:childTnLst>
                              </p:cTn>
                            </p:par>
                            <p:par>
                              <p:cTn id="77" fill="hold">
                                <p:stCondLst>
                                  <p:cond delay="6630"/>
                                </p:stCondLst>
                                <p:childTnLst>
                                  <p:par>
                                    <p:cTn id="78" presetID="16" presetClass="entr" presetSubtype="37" fill="hold" grpId="0" nodeType="afterEffect">
                                      <p:stCondLst>
                                        <p:cond delay="0"/>
                                      </p:stCondLst>
                                      <p:childTnLst>
                                        <p:set>
                                          <p:cBhvr>
                                            <p:cTn id="79" dur="1" fill="hold">
                                              <p:stCondLst>
                                                <p:cond delay="0"/>
                                              </p:stCondLst>
                                            </p:cTn>
                                            <p:tgtEl>
                                              <p:spTgt spid="6"/>
                                            </p:tgtEl>
                                            <p:attrNameLst>
                                              <p:attrName>style.visibility</p:attrName>
                                            </p:attrNameLst>
                                          </p:cBhvr>
                                          <p:to>
                                            <p:strVal val="visible"/>
                                          </p:to>
                                        </p:set>
                                        <p:animEffect transition="in" filter="barn(outVertical)">
                                          <p:cBhvr>
                                            <p:cTn id="8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4" grpId="0"/>
          <p:bldP spid="34" grpId="1"/>
          <p:bldP spid="35" grpId="0" animBg="1"/>
          <p:bldP spid="36" grpId="0" animBg="1"/>
          <p:bldP spid="37" grpId="0"/>
          <p:bldP spid="37" grpId="1"/>
          <p:bldP spid="38" grpId="0" animBg="1"/>
          <p:bldP spid="39" grpId="0" animBg="1"/>
          <p:bldP spid="40" grpId="0"/>
          <p:bldP spid="40" grpId="1"/>
          <p:bldP spid="5" grpId="0" animBg="1"/>
          <p:bldP spid="6" grpId="0" animBg="1"/>
        </p:bldLst>
      </p:timing>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cs typeface="+mn-ea"/>
                <a:sym typeface="+mn-lt"/>
              </a:rPr>
              <a:t>03</a:t>
            </a:r>
            <a:endParaRPr lang="zh-CN" altLang="en-US" dirty="0">
              <a:cs typeface="+mn-ea"/>
              <a:sym typeface="+mn-lt"/>
            </a:endParaRPr>
          </a:p>
        </p:txBody>
      </p:sp>
      <p:sp>
        <p:nvSpPr>
          <p:cNvPr id="4" name="文本占位符 3"/>
          <p:cNvSpPr>
            <a:spLocks noGrp="1"/>
          </p:cNvSpPr>
          <p:nvPr>
            <p:ph type="body" sz="quarter" idx="11"/>
          </p:nvPr>
        </p:nvSpPr>
        <p:spPr>
          <a:xfrm>
            <a:off x="3320716" y="3106476"/>
            <a:ext cx="5550568" cy="566283"/>
          </a:xfrm>
        </p:spPr>
        <p:txBody>
          <a:bodyPr>
            <a:normAutofit/>
          </a:bodyPr>
          <a:lstStyle/>
          <a:p>
            <a:r>
              <a:rPr lang="zh-CN" altLang="en-US" dirty="0">
                <a:cs typeface="+mn-ea"/>
                <a:sym typeface="+mn-lt"/>
              </a:rPr>
              <a:t>关键技术与四引擎算法路线</a:t>
            </a:r>
          </a:p>
        </p:txBody>
      </p:sp>
      <p:sp>
        <p:nvSpPr>
          <p:cNvPr id="5" name="文本占位符 4"/>
          <p:cNvSpPr>
            <a:spLocks noGrp="1"/>
          </p:cNvSpPr>
          <p:nvPr>
            <p:ph type="body" sz="quarter" idx="12"/>
          </p:nvPr>
        </p:nvSpPr>
        <p:spPr/>
        <p:txBody>
          <a:bodyPr>
            <a:normAutofit fontScale="92500"/>
          </a:bodyPr>
          <a:lstStyle/>
          <a:p>
            <a:r>
              <a:rPr lang="zh-CN" altLang="en-US" dirty="0">
                <a:cs typeface="+mn-ea"/>
                <a:sym typeface="+mn-lt"/>
              </a:rPr>
              <a:t>点击输入本栏的具体文字简明扼要的说明分项内容点击输入本栏的具体文字简明扼要的说明分项</a:t>
            </a:r>
          </a:p>
          <a:p>
            <a:endParaRPr lang="zh-CN" altLang="en-US"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ound Diagonal Corner Rectangle 6"/>
          <p:cNvSpPr/>
          <p:nvPr/>
        </p:nvSpPr>
        <p:spPr>
          <a:xfrm flipV="1">
            <a:off x="1267327" y="3911117"/>
            <a:ext cx="4761527" cy="2156108"/>
          </a:xfrm>
          <a:prstGeom prst="round2DiagRect">
            <a:avLst>
              <a:gd name="adj1" fmla="val 30369"/>
              <a:gd name="adj2" fmla="val 0"/>
            </a:avLst>
          </a:pr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sp>
        <p:nvSpPr>
          <p:cNvPr id="19" name="Round Diagonal Corner Rectangle 13"/>
          <p:cNvSpPr/>
          <p:nvPr/>
        </p:nvSpPr>
        <p:spPr>
          <a:xfrm flipH="1" flipV="1">
            <a:off x="6163146" y="3911117"/>
            <a:ext cx="5034241" cy="2156108"/>
          </a:xfrm>
          <a:prstGeom prst="round2DiagRect">
            <a:avLst>
              <a:gd name="adj1" fmla="val 30369"/>
              <a:gd name="adj2" fmla="val 0"/>
            </a:avLst>
          </a:pr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sp>
        <p:nvSpPr>
          <p:cNvPr id="20" name="Round Diagonal Corner Rectangle 19"/>
          <p:cNvSpPr/>
          <p:nvPr/>
        </p:nvSpPr>
        <p:spPr>
          <a:xfrm flipH="1">
            <a:off x="6163146" y="1063778"/>
            <a:ext cx="5034242" cy="2724481"/>
          </a:xfrm>
          <a:prstGeom prst="round2DiagRect">
            <a:avLst>
              <a:gd name="adj1" fmla="val 30369"/>
              <a:gd name="adj2" fmla="val 0"/>
            </a:avLst>
          </a:pr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sp>
        <p:nvSpPr>
          <p:cNvPr id="21" name="Round Diagonal Corner Rectangle 25"/>
          <p:cNvSpPr/>
          <p:nvPr/>
        </p:nvSpPr>
        <p:spPr>
          <a:xfrm>
            <a:off x="1267327" y="1063778"/>
            <a:ext cx="4761528" cy="2724481"/>
          </a:xfrm>
          <a:prstGeom prst="round2DiagRect">
            <a:avLst>
              <a:gd name="adj1" fmla="val 30369"/>
              <a:gd name="adj2" fmla="val 0"/>
            </a:avLst>
          </a:pr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grpSp>
        <p:nvGrpSpPr>
          <p:cNvPr id="22" name="Group 28"/>
          <p:cNvGrpSpPr/>
          <p:nvPr/>
        </p:nvGrpSpPr>
        <p:grpSpPr>
          <a:xfrm>
            <a:off x="5115951" y="2869637"/>
            <a:ext cx="1960099" cy="1960099"/>
            <a:chOff x="5115951" y="2869638"/>
            <a:chExt cx="1960098" cy="1960098"/>
          </a:xfrm>
        </p:grpSpPr>
        <p:sp>
          <p:nvSpPr>
            <p:cNvPr id="23" name="Oval 29"/>
            <p:cNvSpPr/>
            <p:nvPr/>
          </p:nvSpPr>
          <p:spPr>
            <a:xfrm>
              <a:off x="5115951" y="2869638"/>
              <a:ext cx="1960098" cy="1960098"/>
            </a:xfrm>
            <a:prstGeom prst="ellipse">
              <a:avLst/>
            </a:prstGeom>
            <a:solidFill>
              <a:srgbClr val="5B9BD5"/>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sp>
          <p:nvSpPr>
            <p:cNvPr id="24" name="Freeform 30"/>
            <p:cNvSpPr>
              <a:spLocks noEditPoints="1"/>
            </p:cNvSpPr>
            <p:nvPr/>
          </p:nvSpPr>
          <p:spPr bwMode="auto">
            <a:xfrm>
              <a:off x="5803263" y="3214932"/>
              <a:ext cx="585475" cy="598562"/>
            </a:xfrm>
            <a:custGeom>
              <a:avLst/>
              <a:gdLst>
                <a:gd name="T0" fmla="*/ 203 w 360"/>
                <a:gd name="T1" fmla="*/ 271 h 368"/>
                <a:gd name="T2" fmla="*/ 261 w 360"/>
                <a:gd name="T3" fmla="*/ 202 h 368"/>
                <a:gd name="T4" fmla="*/ 360 w 360"/>
                <a:gd name="T5" fmla="*/ 51 h 368"/>
                <a:gd name="T6" fmla="*/ 346 w 360"/>
                <a:gd name="T7" fmla="*/ 37 h 368"/>
                <a:gd name="T8" fmla="*/ 277 w 360"/>
                <a:gd name="T9" fmla="*/ 37 h 368"/>
                <a:gd name="T10" fmla="*/ 180 w 360"/>
                <a:gd name="T11" fmla="*/ 0 h 368"/>
                <a:gd name="T12" fmla="*/ 83 w 360"/>
                <a:gd name="T13" fmla="*/ 37 h 368"/>
                <a:gd name="T14" fmla="*/ 14 w 360"/>
                <a:gd name="T15" fmla="*/ 37 h 368"/>
                <a:gd name="T16" fmla="*/ 0 w 360"/>
                <a:gd name="T17" fmla="*/ 51 h 368"/>
                <a:gd name="T18" fmla="*/ 98 w 360"/>
                <a:gd name="T19" fmla="*/ 202 h 368"/>
                <a:gd name="T20" fmla="*/ 156 w 360"/>
                <a:gd name="T21" fmla="*/ 271 h 368"/>
                <a:gd name="T22" fmla="*/ 156 w 360"/>
                <a:gd name="T23" fmla="*/ 297 h 368"/>
                <a:gd name="T24" fmla="*/ 91 w 360"/>
                <a:gd name="T25" fmla="*/ 332 h 368"/>
                <a:gd name="T26" fmla="*/ 180 w 360"/>
                <a:gd name="T27" fmla="*/ 368 h 368"/>
                <a:gd name="T28" fmla="*/ 269 w 360"/>
                <a:gd name="T29" fmla="*/ 332 h 368"/>
                <a:gd name="T30" fmla="*/ 203 w 360"/>
                <a:gd name="T31" fmla="*/ 297 h 368"/>
                <a:gd name="T32" fmla="*/ 203 w 360"/>
                <a:gd name="T33" fmla="*/ 271 h 368"/>
                <a:gd name="T34" fmla="*/ 259 w 360"/>
                <a:gd name="T35" fmla="*/ 170 h 368"/>
                <a:gd name="T36" fmla="*/ 281 w 360"/>
                <a:gd name="T37" fmla="*/ 65 h 368"/>
                <a:gd name="T38" fmla="*/ 331 w 360"/>
                <a:gd name="T39" fmla="*/ 65 h 368"/>
                <a:gd name="T40" fmla="*/ 259 w 360"/>
                <a:gd name="T41" fmla="*/ 170 h 368"/>
                <a:gd name="T42" fmla="*/ 180 w 360"/>
                <a:gd name="T43" fmla="*/ 24 h 368"/>
                <a:gd name="T44" fmla="*/ 256 w 360"/>
                <a:gd name="T45" fmla="*/ 55 h 368"/>
                <a:gd name="T46" fmla="*/ 180 w 360"/>
                <a:gd name="T47" fmla="*/ 86 h 368"/>
                <a:gd name="T48" fmla="*/ 104 w 360"/>
                <a:gd name="T49" fmla="*/ 55 h 368"/>
                <a:gd name="T50" fmla="*/ 180 w 360"/>
                <a:gd name="T51" fmla="*/ 24 h 368"/>
                <a:gd name="T52" fmla="*/ 29 w 360"/>
                <a:gd name="T53" fmla="*/ 65 h 368"/>
                <a:gd name="T54" fmla="*/ 79 w 360"/>
                <a:gd name="T55" fmla="*/ 65 h 368"/>
                <a:gd name="T56" fmla="*/ 101 w 360"/>
                <a:gd name="T57" fmla="*/ 170 h 368"/>
                <a:gd name="T58" fmla="*/ 29 w 360"/>
                <a:gd name="T59" fmla="*/ 65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0" h="368">
                  <a:moveTo>
                    <a:pt x="203" y="271"/>
                  </a:moveTo>
                  <a:cubicBezTo>
                    <a:pt x="203" y="242"/>
                    <a:pt x="225" y="226"/>
                    <a:pt x="261" y="202"/>
                  </a:cubicBezTo>
                  <a:cubicBezTo>
                    <a:pt x="305" y="173"/>
                    <a:pt x="360" y="137"/>
                    <a:pt x="360" y="51"/>
                  </a:cubicBezTo>
                  <a:cubicBezTo>
                    <a:pt x="360" y="43"/>
                    <a:pt x="353" y="37"/>
                    <a:pt x="346" y="37"/>
                  </a:cubicBezTo>
                  <a:cubicBezTo>
                    <a:pt x="277" y="37"/>
                    <a:pt x="277" y="37"/>
                    <a:pt x="277" y="37"/>
                  </a:cubicBezTo>
                  <a:cubicBezTo>
                    <a:pt x="267" y="19"/>
                    <a:pt x="238" y="0"/>
                    <a:pt x="180" y="0"/>
                  </a:cubicBezTo>
                  <a:cubicBezTo>
                    <a:pt x="121" y="0"/>
                    <a:pt x="92" y="19"/>
                    <a:pt x="83" y="37"/>
                  </a:cubicBezTo>
                  <a:cubicBezTo>
                    <a:pt x="14" y="37"/>
                    <a:pt x="14" y="37"/>
                    <a:pt x="14" y="37"/>
                  </a:cubicBezTo>
                  <a:cubicBezTo>
                    <a:pt x="6" y="37"/>
                    <a:pt x="0" y="43"/>
                    <a:pt x="0" y="51"/>
                  </a:cubicBezTo>
                  <a:cubicBezTo>
                    <a:pt x="0" y="137"/>
                    <a:pt x="54" y="173"/>
                    <a:pt x="98" y="202"/>
                  </a:cubicBezTo>
                  <a:cubicBezTo>
                    <a:pt x="134" y="226"/>
                    <a:pt x="156" y="242"/>
                    <a:pt x="156" y="271"/>
                  </a:cubicBezTo>
                  <a:cubicBezTo>
                    <a:pt x="156" y="297"/>
                    <a:pt x="156" y="297"/>
                    <a:pt x="156" y="297"/>
                  </a:cubicBezTo>
                  <a:cubicBezTo>
                    <a:pt x="118" y="301"/>
                    <a:pt x="91" y="315"/>
                    <a:pt x="91" y="332"/>
                  </a:cubicBezTo>
                  <a:cubicBezTo>
                    <a:pt x="91" y="352"/>
                    <a:pt x="131" y="368"/>
                    <a:pt x="180" y="368"/>
                  </a:cubicBezTo>
                  <a:cubicBezTo>
                    <a:pt x="229" y="368"/>
                    <a:pt x="269" y="352"/>
                    <a:pt x="269" y="332"/>
                  </a:cubicBezTo>
                  <a:cubicBezTo>
                    <a:pt x="269" y="315"/>
                    <a:pt x="241" y="301"/>
                    <a:pt x="203" y="297"/>
                  </a:cubicBezTo>
                  <a:lnTo>
                    <a:pt x="203" y="271"/>
                  </a:lnTo>
                  <a:close/>
                  <a:moveTo>
                    <a:pt x="259" y="170"/>
                  </a:moveTo>
                  <a:cubicBezTo>
                    <a:pt x="270" y="146"/>
                    <a:pt x="279" y="113"/>
                    <a:pt x="281" y="65"/>
                  </a:cubicBezTo>
                  <a:cubicBezTo>
                    <a:pt x="331" y="65"/>
                    <a:pt x="331" y="65"/>
                    <a:pt x="331" y="65"/>
                  </a:cubicBezTo>
                  <a:cubicBezTo>
                    <a:pt x="326" y="119"/>
                    <a:pt x="294" y="146"/>
                    <a:pt x="259" y="170"/>
                  </a:cubicBezTo>
                  <a:close/>
                  <a:moveTo>
                    <a:pt x="180" y="24"/>
                  </a:moveTo>
                  <a:cubicBezTo>
                    <a:pt x="234" y="24"/>
                    <a:pt x="256" y="47"/>
                    <a:pt x="256" y="55"/>
                  </a:cubicBezTo>
                  <a:cubicBezTo>
                    <a:pt x="256" y="63"/>
                    <a:pt x="234" y="86"/>
                    <a:pt x="180" y="86"/>
                  </a:cubicBezTo>
                  <a:cubicBezTo>
                    <a:pt x="125" y="86"/>
                    <a:pt x="104" y="63"/>
                    <a:pt x="104" y="55"/>
                  </a:cubicBezTo>
                  <a:cubicBezTo>
                    <a:pt x="104" y="47"/>
                    <a:pt x="125" y="24"/>
                    <a:pt x="180" y="24"/>
                  </a:cubicBezTo>
                  <a:close/>
                  <a:moveTo>
                    <a:pt x="29" y="65"/>
                  </a:moveTo>
                  <a:cubicBezTo>
                    <a:pt x="79" y="65"/>
                    <a:pt x="79" y="65"/>
                    <a:pt x="79" y="65"/>
                  </a:cubicBezTo>
                  <a:cubicBezTo>
                    <a:pt x="80" y="113"/>
                    <a:pt x="89" y="146"/>
                    <a:pt x="101" y="170"/>
                  </a:cubicBezTo>
                  <a:cubicBezTo>
                    <a:pt x="66" y="146"/>
                    <a:pt x="33" y="119"/>
                    <a:pt x="29" y="65"/>
                  </a:cubicBezTo>
                  <a:close/>
                </a:path>
              </a:pathLst>
            </a:custGeom>
            <a:solidFill>
              <a:schemeClr val="bg1"/>
            </a:solidFill>
            <a:ln>
              <a:noFill/>
            </a:ln>
          </p:spPr>
          <p:txBody>
            <a:bodyPr vert="horz" wrap="square" lIns="91440" tIns="45720" rIns="91440" bIns="45720" numCol="1" anchor="t" anchorCtr="0" compatLnSpc="1"/>
            <a:lstStyle/>
            <a:p>
              <a:endParaRPr lang="en-US" dirty="0">
                <a:solidFill>
                  <a:schemeClr val="bg1"/>
                </a:solidFill>
                <a:cs typeface="+mn-ea"/>
                <a:sym typeface="+mn-lt"/>
              </a:endParaRPr>
            </a:p>
          </p:txBody>
        </p:sp>
        <p:sp>
          <p:nvSpPr>
            <p:cNvPr id="25" name="TextBox 31"/>
            <p:cNvSpPr txBox="1"/>
            <p:nvPr/>
          </p:nvSpPr>
          <p:spPr>
            <a:xfrm>
              <a:off x="5214734" y="3885883"/>
              <a:ext cx="1723548" cy="461665"/>
            </a:xfrm>
            <a:prstGeom prst="rect">
              <a:avLst/>
            </a:prstGeom>
            <a:noFill/>
          </p:spPr>
          <p:txBody>
            <a:bodyPr wrap="none" rtlCol="0">
              <a:spAutoFit/>
            </a:bodyPr>
            <a:lstStyle/>
            <a:p>
              <a:r>
                <a:rPr lang="zh-CN" altLang="en-US" sz="2400" dirty="0">
                  <a:solidFill>
                    <a:schemeClr val="bg1"/>
                  </a:solidFill>
                  <a:cs typeface="+mn-ea"/>
                  <a:sym typeface="+mn-lt"/>
                </a:rPr>
                <a:t>四引擎概览</a:t>
              </a:r>
              <a:endParaRPr lang="en-GB" sz="2400" dirty="0">
                <a:solidFill>
                  <a:schemeClr val="bg1"/>
                </a:solidFill>
                <a:cs typeface="+mn-ea"/>
                <a:sym typeface="+mn-lt"/>
              </a:endParaRPr>
            </a:p>
          </p:txBody>
        </p:sp>
      </p:grpSp>
      <p:grpSp>
        <p:nvGrpSpPr>
          <p:cNvPr id="26" name="Group 32"/>
          <p:cNvGrpSpPr/>
          <p:nvPr/>
        </p:nvGrpSpPr>
        <p:grpSpPr>
          <a:xfrm>
            <a:off x="686315" y="4338007"/>
            <a:ext cx="2551485" cy="663755"/>
            <a:chOff x="8716043" y="2874498"/>
            <a:chExt cx="3070023" cy="663755"/>
          </a:xfrm>
        </p:grpSpPr>
        <p:sp>
          <p:nvSpPr>
            <p:cNvPr id="27" name="TextBox 33"/>
            <p:cNvSpPr txBox="1"/>
            <p:nvPr/>
          </p:nvSpPr>
          <p:spPr>
            <a:xfrm>
              <a:off x="8716043" y="3222717"/>
              <a:ext cx="3070021" cy="315536"/>
            </a:xfrm>
            <a:prstGeom prst="rect">
              <a:avLst/>
            </a:prstGeom>
            <a:noFill/>
          </p:spPr>
          <p:txBody>
            <a:bodyPr wrap="square" rtlCol="0">
              <a:spAutoFit/>
            </a:bodyPr>
            <a:lstStyle/>
            <a:p>
              <a:pPr algn="r">
                <a:lnSpc>
                  <a:spcPct val="150000"/>
                </a:lnSpc>
              </a:pPr>
              <a:r>
                <a:rPr sz="1100" dirty="0">
                  <a:solidFill>
                    <a:schemeClr val="bg1"/>
                  </a:solidFill>
                  <a:cs typeface="+mn-ea"/>
                  <a:sym typeface="+mn-lt"/>
                </a:rPr>
                <a:t>。</a:t>
              </a:r>
            </a:p>
          </p:txBody>
        </p:sp>
        <p:sp>
          <p:nvSpPr>
            <p:cNvPr id="28" name="TextBox 34"/>
            <p:cNvSpPr txBox="1"/>
            <p:nvPr/>
          </p:nvSpPr>
          <p:spPr>
            <a:xfrm>
              <a:off x="11563792" y="2874498"/>
              <a:ext cx="222274" cy="411908"/>
            </a:xfrm>
            <a:prstGeom prst="rect">
              <a:avLst/>
            </a:prstGeom>
            <a:noFill/>
          </p:spPr>
          <p:txBody>
            <a:bodyPr wrap="none" rtlCol="0">
              <a:spAutoFit/>
            </a:bodyPr>
            <a:lstStyle/>
            <a:p>
              <a:pPr algn="r">
                <a:lnSpc>
                  <a:spcPct val="150000"/>
                </a:lnSpc>
              </a:pPr>
              <a:endParaRPr sz="1600" b="1" dirty="0">
                <a:solidFill>
                  <a:schemeClr val="bg1"/>
                </a:solidFill>
                <a:cs typeface="+mn-ea"/>
                <a:sym typeface="+mn-lt"/>
              </a:endParaRPr>
            </a:p>
          </p:txBody>
        </p:sp>
      </p:grpSp>
      <p:grpSp>
        <p:nvGrpSpPr>
          <p:cNvPr id="29" name="Group 35"/>
          <p:cNvGrpSpPr/>
          <p:nvPr/>
        </p:nvGrpSpPr>
        <p:grpSpPr>
          <a:xfrm>
            <a:off x="685800" y="2106447"/>
            <a:ext cx="2551482" cy="656534"/>
            <a:chOff x="8716043" y="2878256"/>
            <a:chExt cx="3070020" cy="656534"/>
          </a:xfrm>
        </p:grpSpPr>
        <p:sp>
          <p:nvSpPr>
            <p:cNvPr id="30" name="TextBox 36"/>
            <p:cNvSpPr txBox="1"/>
            <p:nvPr/>
          </p:nvSpPr>
          <p:spPr>
            <a:xfrm>
              <a:off x="8716043" y="3222717"/>
              <a:ext cx="3070020" cy="312073"/>
            </a:xfrm>
            <a:prstGeom prst="rect">
              <a:avLst/>
            </a:prstGeom>
            <a:noFill/>
          </p:spPr>
          <p:txBody>
            <a:bodyPr wrap="square" rtlCol="0">
              <a:spAutoFit/>
            </a:bodyPr>
            <a:lstStyle/>
            <a:p>
              <a:pPr algn="r">
                <a:lnSpc>
                  <a:spcPct val="150000"/>
                </a:lnSpc>
              </a:pPr>
              <a:endParaRPr sz="1100" dirty="0">
                <a:solidFill>
                  <a:schemeClr val="bg1"/>
                </a:solidFill>
                <a:cs typeface="+mn-ea"/>
                <a:sym typeface="+mn-lt"/>
              </a:endParaRPr>
            </a:p>
          </p:txBody>
        </p:sp>
        <p:sp>
          <p:nvSpPr>
            <p:cNvPr id="31" name="TextBox 37"/>
            <p:cNvSpPr txBox="1"/>
            <p:nvPr/>
          </p:nvSpPr>
          <p:spPr>
            <a:xfrm>
              <a:off x="10905287" y="2878256"/>
              <a:ext cx="222273" cy="411908"/>
            </a:xfrm>
            <a:prstGeom prst="rect">
              <a:avLst/>
            </a:prstGeom>
            <a:noFill/>
          </p:spPr>
          <p:txBody>
            <a:bodyPr wrap="none" rtlCol="0">
              <a:spAutoFit/>
            </a:bodyPr>
            <a:lstStyle/>
            <a:p>
              <a:pPr algn="r">
                <a:lnSpc>
                  <a:spcPct val="150000"/>
                </a:lnSpc>
              </a:pPr>
              <a:endParaRPr sz="1600" b="1" dirty="0">
                <a:solidFill>
                  <a:schemeClr val="bg1"/>
                </a:solidFill>
                <a:cs typeface="+mn-ea"/>
                <a:sym typeface="+mn-lt"/>
              </a:endParaRPr>
            </a:p>
          </p:txBody>
        </p:sp>
      </p:grpSp>
      <p:grpSp>
        <p:nvGrpSpPr>
          <p:cNvPr id="32" name="Group 38"/>
          <p:cNvGrpSpPr/>
          <p:nvPr/>
        </p:nvGrpSpPr>
        <p:grpSpPr>
          <a:xfrm>
            <a:off x="9026453" y="4338011"/>
            <a:ext cx="2931087" cy="663756"/>
            <a:chOff x="8596287" y="2874498"/>
            <a:chExt cx="2931087" cy="663755"/>
          </a:xfrm>
        </p:grpSpPr>
        <p:sp>
          <p:nvSpPr>
            <p:cNvPr id="33" name="TextBox 39"/>
            <p:cNvSpPr txBox="1"/>
            <p:nvPr/>
          </p:nvSpPr>
          <p:spPr>
            <a:xfrm>
              <a:off x="8596287" y="3222717"/>
              <a:ext cx="2931087" cy="315536"/>
            </a:xfrm>
            <a:prstGeom prst="rect">
              <a:avLst/>
            </a:prstGeom>
            <a:noFill/>
          </p:spPr>
          <p:txBody>
            <a:bodyPr wrap="square" rtlCol="0">
              <a:spAutoFit/>
            </a:bodyPr>
            <a:lstStyle/>
            <a:p>
              <a:pPr>
                <a:lnSpc>
                  <a:spcPct val="150000"/>
                </a:lnSpc>
              </a:pPr>
              <a:r>
                <a:rPr sz="1100" dirty="0">
                  <a:solidFill>
                    <a:schemeClr val="bg1"/>
                  </a:solidFill>
                  <a:cs typeface="+mn-ea"/>
                  <a:sym typeface="+mn-lt"/>
                </a:rPr>
                <a:t>。</a:t>
              </a:r>
            </a:p>
          </p:txBody>
        </p:sp>
        <p:sp>
          <p:nvSpPr>
            <p:cNvPr id="34" name="TextBox 40"/>
            <p:cNvSpPr txBox="1"/>
            <p:nvPr/>
          </p:nvSpPr>
          <p:spPr>
            <a:xfrm>
              <a:off x="8596287" y="2874498"/>
              <a:ext cx="184731" cy="411907"/>
            </a:xfrm>
            <a:prstGeom prst="rect">
              <a:avLst/>
            </a:prstGeom>
            <a:noFill/>
          </p:spPr>
          <p:txBody>
            <a:bodyPr wrap="none" rtlCol="0">
              <a:spAutoFit/>
            </a:bodyPr>
            <a:lstStyle/>
            <a:p>
              <a:pPr algn="l">
                <a:lnSpc>
                  <a:spcPct val="150000"/>
                </a:lnSpc>
              </a:pPr>
              <a:endParaRPr sz="1600" b="1" dirty="0">
                <a:solidFill>
                  <a:schemeClr val="bg1"/>
                </a:solidFill>
                <a:cs typeface="+mn-ea"/>
                <a:sym typeface="+mn-lt"/>
              </a:endParaRPr>
            </a:p>
          </p:txBody>
        </p:sp>
      </p:grpSp>
      <p:grpSp>
        <p:nvGrpSpPr>
          <p:cNvPr id="35" name="Group 41"/>
          <p:cNvGrpSpPr/>
          <p:nvPr/>
        </p:nvGrpSpPr>
        <p:grpSpPr>
          <a:xfrm>
            <a:off x="9005022" y="2059046"/>
            <a:ext cx="2778671" cy="660293"/>
            <a:chOff x="8596287" y="2874498"/>
            <a:chExt cx="2778670" cy="660292"/>
          </a:xfrm>
        </p:grpSpPr>
        <p:sp>
          <p:nvSpPr>
            <p:cNvPr id="36" name="TextBox 42"/>
            <p:cNvSpPr txBox="1"/>
            <p:nvPr/>
          </p:nvSpPr>
          <p:spPr>
            <a:xfrm>
              <a:off x="8596287" y="3222717"/>
              <a:ext cx="2778670" cy="312073"/>
            </a:xfrm>
            <a:prstGeom prst="rect">
              <a:avLst/>
            </a:prstGeom>
            <a:noFill/>
          </p:spPr>
          <p:txBody>
            <a:bodyPr wrap="square" rtlCol="0">
              <a:spAutoFit/>
            </a:bodyPr>
            <a:lstStyle/>
            <a:p>
              <a:pPr>
                <a:lnSpc>
                  <a:spcPct val="150000"/>
                </a:lnSpc>
              </a:pPr>
              <a:endParaRPr sz="1100" dirty="0">
                <a:solidFill>
                  <a:schemeClr val="bg1"/>
                </a:solidFill>
                <a:cs typeface="+mn-ea"/>
                <a:sym typeface="+mn-lt"/>
              </a:endParaRPr>
            </a:p>
          </p:txBody>
        </p:sp>
        <p:sp>
          <p:nvSpPr>
            <p:cNvPr id="37" name="TextBox 43"/>
            <p:cNvSpPr txBox="1"/>
            <p:nvPr/>
          </p:nvSpPr>
          <p:spPr>
            <a:xfrm>
              <a:off x="8596287" y="2874498"/>
              <a:ext cx="184731" cy="411907"/>
            </a:xfrm>
            <a:prstGeom prst="rect">
              <a:avLst/>
            </a:prstGeom>
            <a:noFill/>
          </p:spPr>
          <p:txBody>
            <a:bodyPr wrap="none" rtlCol="0">
              <a:spAutoFit/>
            </a:bodyPr>
            <a:lstStyle/>
            <a:p>
              <a:pPr algn="l">
                <a:lnSpc>
                  <a:spcPct val="150000"/>
                </a:lnSpc>
              </a:pPr>
              <a:endParaRPr sz="1600" b="1" dirty="0">
                <a:solidFill>
                  <a:schemeClr val="bg1"/>
                </a:solidFill>
                <a:cs typeface="+mn-ea"/>
                <a:sym typeface="+mn-lt"/>
              </a:endParaRPr>
            </a:p>
          </p:txBody>
        </p:sp>
      </p:grpSp>
      <p:sp>
        <p:nvSpPr>
          <p:cNvPr id="38" name="Rectangle 3"/>
          <p:cNvSpPr/>
          <p:nvPr/>
        </p:nvSpPr>
        <p:spPr>
          <a:xfrm>
            <a:off x="1459833" y="1310164"/>
            <a:ext cx="4399769" cy="1421415"/>
          </a:xfrm>
          <a:prstGeom prst="rect">
            <a:avLst/>
          </a:prstGeom>
        </p:spPr>
        <p:txBody>
          <a:bodyPr wrap="square">
            <a:spAutoFit/>
          </a:bodyPr>
          <a:lstStyle/>
          <a:p>
            <a:pPr algn="ctr">
              <a:lnSpc>
                <a:spcPct val="150000"/>
              </a:lnSpc>
            </a:pPr>
            <a:r>
              <a:rPr lang="zh-CN" altLang="en-US" sz="2000" dirty="0">
                <a:solidFill>
                  <a:schemeClr val="bg1"/>
                </a:solidFill>
                <a:cs typeface="+mn-ea"/>
                <a:sym typeface="+mn-lt"/>
              </a:rPr>
              <a:t>分布偏差：</a:t>
            </a:r>
            <a:endParaRPr lang="en-US" altLang="zh-CN" sz="2000" dirty="0">
              <a:solidFill>
                <a:schemeClr val="bg1"/>
              </a:solidFill>
              <a:cs typeface="+mn-ea"/>
              <a:sym typeface="+mn-lt"/>
            </a:endParaRPr>
          </a:p>
          <a:p>
            <a:pPr algn="ctr">
              <a:lnSpc>
                <a:spcPct val="150000"/>
              </a:lnSpc>
            </a:pPr>
            <a:r>
              <a:rPr lang="zh-CN" altLang="en-US" sz="2000" dirty="0">
                <a:solidFill>
                  <a:schemeClr val="bg1"/>
                </a:solidFill>
                <a:cs typeface="+mn-ea"/>
                <a:sym typeface="+mn-lt"/>
              </a:rPr>
              <a:t>频次统计</a:t>
            </a:r>
            <a:r>
              <a:rPr lang="en-US" altLang="zh-CN" sz="2000" dirty="0">
                <a:solidFill>
                  <a:schemeClr val="bg1"/>
                </a:solidFill>
                <a:cs typeface="+mn-ea"/>
                <a:sym typeface="+mn-lt"/>
              </a:rPr>
              <a:t>/KL·JS/PSI/MMD</a:t>
            </a:r>
            <a:r>
              <a:rPr lang="zh-CN" altLang="en-US" sz="2000" dirty="0">
                <a:solidFill>
                  <a:schemeClr val="bg1"/>
                </a:solidFill>
                <a:cs typeface="+mn-ea"/>
                <a:sym typeface="+mn-lt"/>
              </a:rPr>
              <a:t>，输出分布图与偏差样本</a:t>
            </a:r>
            <a:endParaRPr sz="2000" dirty="0">
              <a:solidFill>
                <a:schemeClr val="bg1"/>
              </a:solidFill>
              <a:cs typeface="+mn-ea"/>
              <a:sym typeface="+mn-lt"/>
            </a:endParaRPr>
          </a:p>
        </p:txBody>
      </p:sp>
      <p:sp>
        <p:nvSpPr>
          <p:cNvPr id="39" name="Rectangle 68"/>
          <p:cNvSpPr/>
          <p:nvPr/>
        </p:nvSpPr>
        <p:spPr>
          <a:xfrm>
            <a:off x="6466691" y="1288557"/>
            <a:ext cx="4457982" cy="1421415"/>
          </a:xfrm>
          <a:prstGeom prst="rect">
            <a:avLst/>
          </a:prstGeom>
        </p:spPr>
        <p:txBody>
          <a:bodyPr wrap="square">
            <a:spAutoFit/>
          </a:bodyPr>
          <a:lstStyle/>
          <a:p>
            <a:pPr algn="ctr">
              <a:lnSpc>
                <a:spcPct val="150000"/>
              </a:lnSpc>
            </a:pPr>
            <a:r>
              <a:rPr lang="zh-CN" altLang="en-US" sz="2000" dirty="0">
                <a:solidFill>
                  <a:schemeClr val="bg1"/>
                </a:solidFill>
                <a:cs typeface="+mn-ea"/>
                <a:sym typeface="+mn-lt"/>
              </a:rPr>
              <a:t>脏数据：</a:t>
            </a:r>
            <a:endParaRPr lang="en-US" altLang="zh-CN" sz="2000" dirty="0">
              <a:solidFill>
                <a:schemeClr val="bg1"/>
              </a:solidFill>
              <a:cs typeface="+mn-ea"/>
              <a:sym typeface="+mn-lt"/>
            </a:endParaRPr>
          </a:p>
          <a:p>
            <a:pPr algn="ctr">
              <a:lnSpc>
                <a:spcPct val="150000"/>
              </a:lnSpc>
            </a:pPr>
            <a:r>
              <a:rPr lang="zh-CN" altLang="en-US" sz="2000" dirty="0">
                <a:solidFill>
                  <a:schemeClr val="bg1"/>
                </a:solidFill>
                <a:cs typeface="+mn-ea"/>
                <a:sym typeface="+mn-lt"/>
              </a:rPr>
              <a:t>规则校验</a:t>
            </a:r>
            <a:r>
              <a:rPr lang="en-US" altLang="zh-CN" sz="2000" dirty="0">
                <a:solidFill>
                  <a:schemeClr val="bg1"/>
                </a:solidFill>
                <a:cs typeface="+mn-ea"/>
                <a:sym typeface="+mn-lt"/>
              </a:rPr>
              <a:t>/</a:t>
            </a:r>
            <a:r>
              <a:rPr lang="zh-CN" altLang="en-US" sz="2000" dirty="0">
                <a:solidFill>
                  <a:schemeClr val="bg1"/>
                </a:solidFill>
                <a:cs typeface="+mn-ea"/>
                <a:sym typeface="+mn-lt"/>
              </a:rPr>
              <a:t>重复</a:t>
            </a:r>
            <a:r>
              <a:rPr lang="en-US" altLang="zh-CN" sz="2000" dirty="0">
                <a:solidFill>
                  <a:schemeClr val="bg1"/>
                </a:solidFill>
                <a:cs typeface="+mn-ea"/>
                <a:sym typeface="+mn-lt"/>
              </a:rPr>
              <a:t>/</a:t>
            </a:r>
            <a:r>
              <a:rPr lang="zh-CN" altLang="en-US" sz="2000" dirty="0">
                <a:solidFill>
                  <a:schemeClr val="bg1"/>
                </a:solidFill>
                <a:cs typeface="+mn-ea"/>
                <a:sym typeface="+mn-lt"/>
              </a:rPr>
              <a:t>置信学习，输出异常和错标样本</a:t>
            </a:r>
            <a:endParaRPr sz="2000" dirty="0">
              <a:solidFill>
                <a:schemeClr val="bg1"/>
              </a:solidFill>
              <a:cs typeface="+mn-ea"/>
              <a:sym typeface="+mn-lt"/>
            </a:endParaRPr>
          </a:p>
        </p:txBody>
      </p:sp>
      <p:sp>
        <p:nvSpPr>
          <p:cNvPr id="40" name="Rectangle 69"/>
          <p:cNvSpPr/>
          <p:nvPr/>
        </p:nvSpPr>
        <p:spPr>
          <a:xfrm>
            <a:off x="6769767" y="4136479"/>
            <a:ext cx="4427619" cy="1457639"/>
          </a:xfrm>
          <a:prstGeom prst="rect">
            <a:avLst/>
          </a:prstGeom>
        </p:spPr>
        <p:txBody>
          <a:bodyPr wrap="square">
            <a:spAutoFit/>
          </a:bodyPr>
          <a:lstStyle/>
          <a:p>
            <a:pPr algn="ctr">
              <a:lnSpc>
                <a:spcPct val="150000"/>
              </a:lnSpc>
            </a:pPr>
            <a:r>
              <a:rPr lang="zh-CN" altLang="en-US" sz="2000" dirty="0">
                <a:solidFill>
                  <a:schemeClr val="bg1"/>
                </a:solidFill>
                <a:cs typeface="+mn-ea"/>
                <a:sym typeface="+mn-lt"/>
              </a:rPr>
              <a:t>物理保真度：</a:t>
            </a:r>
            <a:endParaRPr lang="en-US" altLang="zh-CN" sz="2000" dirty="0">
              <a:solidFill>
                <a:schemeClr val="bg1"/>
              </a:solidFill>
              <a:cs typeface="+mn-ea"/>
              <a:sym typeface="+mn-lt"/>
            </a:endParaRPr>
          </a:p>
          <a:p>
            <a:pPr algn="ctr">
              <a:lnSpc>
                <a:spcPct val="150000"/>
              </a:lnSpc>
            </a:pPr>
            <a:r>
              <a:rPr lang="zh-CN" altLang="en-US" sz="2000" dirty="0">
                <a:solidFill>
                  <a:schemeClr val="bg1"/>
                </a:solidFill>
                <a:cs typeface="+mn-ea"/>
                <a:sym typeface="+mn-lt"/>
              </a:rPr>
              <a:t>规则</a:t>
            </a:r>
            <a:r>
              <a:rPr lang="en-US" altLang="zh-CN" sz="2000" dirty="0">
                <a:solidFill>
                  <a:schemeClr val="bg1"/>
                </a:solidFill>
                <a:cs typeface="+mn-ea"/>
                <a:sym typeface="+mn-lt"/>
              </a:rPr>
              <a:t>/</a:t>
            </a:r>
            <a:r>
              <a:rPr lang="zh-CN" altLang="en-US" sz="2000" dirty="0">
                <a:solidFill>
                  <a:schemeClr val="bg1"/>
                </a:solidFill>
                <a:cs typeface="+mn-ea"/>
                <a:sym typeface="+mn-lt"/>
              </a:rPr>
              <a:t>时序</a:t>
            </a:r>
            <a:r>
              <a:rPr lang="en-US" altLang="zh-CN" sz="2000" dirty="0">
                <a:solidFill>
                  <a:schemeClr val="bg1"/>
                </a:solidFill>
                <a:cs typeface="+mn-ea"/>
                <a:sym typeface="+mn-lt"/>
              </a:rPr>
              <a:t>/</a:t>
            </a:r>
            <a:r>
              <a:rPr lang="zh-CN" altLang="en-US" sz="2000" dirty="0">
                <a:solidFill>
                  <a:schemeClr val="bg1"/>
                </a:solidFill>
                <a:cs typeface="+mn-ea"/>
                <a:sym typeface="+mn-lt"/>
              </a:rPr>
              <a:t>常识约束，输出违规样本与说明</a:t>
            </a:r>
            <a:endParaRPr sz="2000" dirty="0">
              <a:solidFill>
                <a:schemeClr val="bg1"/>
              </a:solidFill>
              <a:cs typeface="+mn-ea"/>
              <a:sym typeface="+mn-lt"/>
            </a:endParaRPr>
          </a:p>
        </p:txBody>
      </p:sp>
      <p:sp>
        <p:nvSpPr>
          <p:cNvPr id="41" name="Rectangle 70"/>
          <p:cNvSpPr/>
          <p:nvPr/>
        </p:nvSpPr>
        <p:spPr>
          <a:xfrm>
            <a:off x="1459833" y="4034645"/>
            <a:ext cx="4265477" cy="959750"/>
          </a:xfrm>
          <a:prstGeom prst="rect">
            <a:avLst/>
          </a:prstGeom>
        </p:spPr>
        <p:txBody>
          <a:bodyPr wrap="square">
            <a:spAutoFit/>
          </a:bodyPr>
          <a:lstStyle/>
          <a:p>
            <a:pPr algn="ctr">
              <a:lnSpc>
                <a:spcPct val="150000"/>
              </a:lnSpc>
            </a:pPr>
            <a:r>
              <a:rPr lang="zh-CN" altLang="en-US" sz="2000" dirty="0">
                <a:solidFill>
                  <a:schemeClr val="bg1"/>
                </a:solidFill>
                <a:cs typeface="+mn-ea"/>
                <a:sym typeface="+mn-lt"/>
              </a:rPr>
              <a:t>对抗脆弱性：</a:t>
            </a:r>
            <a:endParaRPr lang="en-US" altLang="zh-CN" sz="2000" dirty="0">
              <a:solidFill>
                <a:schemeClr val="bg1"/>
              </a:solidFill>
              <a:cs typeface="+mn-ea"/>
              <a:sym typeface="+mn-lt"/>
            </a:endParaRPr>
          </a:p>
          <a:p>
            <a:pPr algn="ctr">
              <a:lnSpc>
                <a:spcPct val="150000"/>
              </a:lnSpc>
            </a:pPr>
            <a:r>
              <a:rPr lang="en-US" sz="2000" dirty="0">
                <a:solidFill>
                  <a:schemeClr val="bg1"/>
                </a:solidFill>
                <a:cs typeface="+mn-ea"/>
                <a:sym typeface="+mn-lt"/>
              </a:rPr>
              <a:t>FGSM/PGD</a:t>
            </a:r>
            <a:r>
              <a:rPr lang="zh-CN" altLang="en-US" sz="2000" dirty="0">
                <a:solidFill>
                  <a:schemeClr val="bg1"/>
                </a:solidFill>
                <a:cs typeface="+mn-ea"/>
                <a:sym typeface="+mn-lt"/>
              </a:rPr>
              <a:t>，输出稳定性与风险等级</a:t>
            </a:r>
            <a:endParaRPr sz="2000" dirty="0">
              <a:solidFill>
                <a:schemeClr val="bg1"/>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p:tgtEl>
                                          <p:spTgt spid="29"/>
                                        </p:tgtEl>
                                        <p:attrNameLst>
                                          <p:attrName>ppt_x</p:attrName>
                                        </p:attrNameLst>
                                      </p:cBhvr>
                                      <p:tavLst>
                                        <p:tav tm="0">
                                          <p:val>
                                            <p:strVal val="#ppt_x+#ppt_w*1.125000"/>
                                          </p:val>
                                        </p:tav>
                                        <p:tav tm="100000">
                                          <p:val>
                                            <p:strVal val="#ppt_x"/>
                                          </p:val>
                                        </p:tav>
                                      </p:tavLst>
                                    </p:anim>
                                    <p:animEffect transition="in" filter="wipe(left)">
                                      <p:cBhvr>
                                        <p:cTn id="8" dur="500"/>
                                        <p:tgtEl>
                                          <p:spTgt spid="29"/>
                                        </p:tgtEl>
                                      </p:cBhvr>
                                    </p:animEffect>
                                  </p:childTnLst>
                                </p:cTn>
                              </p:par>
                            </p:childTnLst>
                          </p:cTn>
                        </p:par>
                        <p:par>
                          <p:cTn id="9" fill="hold">
                            <p:stCondLst>
                              <p:cond delay="500"/>
                            </p:stCondLst>
                            <p:childTnLst>
                              <p:par>
                                <p:cTn id="10" presetID="12" presetClass="entr" presetSubtype="8" fill="hold" nodeType="afterEffect">
                                  <p:stCondLst>
                                    <p:cond delay="0"/>
                                  </p:stCondLst>
                                  <p:childTnLst>
                                    <p:set>
                                      <p:cBhvr>
                                        <p:cTn id="11" dur="1" fill="hold">
                                          <p:stCondLst>
                                            <p:cond delay="0"/>
                                          </p:stCondLst>
                                        </p:cTn>
                                        <p:tgtEl>
                                          <p:spTgt spid="35"/>
                                        </p:tgtEl>
                                        <p:attrNameLst>
                                          <p:attrName>style.visibility</p:attrName>
                                        </p:attrNameLst>
                                      </p:cBhvr>
                                      <p:to>
                                        <p:strVal val="visible"/>
                                      </p:to>
                                    </p:set>
                                    <p:anim calcmode="lin" valueType="num">
                                      <p:cBhvr additive="base">
                                        <p:cTn id="12" dur="500"/>
                                        <p:tgtEl>
                                          <p:spTgt spid="35"/>
                                        </p:tgtEl>
                                        <p:attrNameLst>
                                          <p:attrName>ppt_x</p:attrName>
                                        </p:attrNameLst>
                                      </p:cBhvr>
                                      <p:tavLst>
                                        <p:tav tm="0">
                                          <p:val>
                                            <p:strVal val="#ppt_x-#ppt_w*1.125000"/>
                                          </p:val>
                                        </p:tav>
                                        <p:tav tm="100000">
                                          <p:val>
                                            <p:strVal val="#ppt_x"/>
                                          </p:val>
                                        </p:tav>
                                      </p:tavLst>
                                    </p:anim>
                                    <p:animEffect transition="in" filter="wipe(right)">
                                      <p:cBhvr>
                                        <p:cTn id="13" dur="500"/>
                                        <p:tgtEl>
                                          <p:spTgt spid="35"/>
                                        </p:tgtEl>
                                      </p:cBhvr>
                                    </p:animEffect>
                                  </p:childTnLst>
                                </p:cTn>
                              </p:par>
                            </p:childTnLst>
                          </p:cTn>
                        </p:par>
                        <p:par>
                          <p:cTn id="14" fill="hold">
                            <p:stCondLst>
                              <p:cond delay="1000"/>
                            </p:stCondLst>
                            <p:childTnLst>
                              <p:par>
                                <p:cTn id="15" presetID="12" presetClass="entr" presetSubtype="8" fill="hold" nodeType="afterEffect">
                                  <p:stCondLst>
                                    <p:cond delay="0"/>
                                  </p:stCondLst>
                                  <p:childTnLst>
                                    <p:set>
                                      <p:cBhvr>
                                        <p:cTn id="16" dur="1" fill="hold">
                                          <p:stCondLst>
                                            <p:cond delay="0"/>
                                          </p:stCondLst>
                                        </p:cTn>
                                        <p:tgtEl>
                                          <p:spTgt spid="32"/>
                                        </p:tgtEl>
                                        <p:attrNameLst>
                                          <p:attrName>style.visibility</p:attrName>
                                        </p:attrNameLst>
                                      </p:cBhvr>
                                      <p:to>
                                        <p:strVal val="visible"/>
                                      </p:to>
                                    </p:set>
                                    <p:anim calcmode="lin" valueType="num">
                                      <p:cBhvr additive="base">
                                        <p:cTn id="17" dur="500"/>
                                        <p:tgtEl>
                                          <p:spTgt spid="32"/>
                                        </p:tgtEl>
                                        <p:attrNameLst>
                                          <p:attrName>ppt_x</p:attrName>
                                        </p:attrNameLst>
                                      </p:cBhvr>
                                      <p:tavLst>
                                        <p:tav tm="0">
                                          <p:val>
                                            <p:strVal val="#ppt_x-#ppt_w*1.125000"/>
                                          </p:val>
                                        </p:tav>
                                        <p:tav tm="100000">
                                          <p:val>
                                            <p:strVal val="#ppt_x"/>
                                          </p:val>
                                        </p:tav>
                                      </p:tavLst>
                                    </p:anim>
                                    <p:animEffect transition="in" filter="wipe(right)">
                                      <p:cBhvr>
                                        <p:cTn id="18" dur="500"/>
                                        <p:tgtEl>
                                          <p:spTgt spid="32"/>
                                        </p:tgtEl>
                                      </p:cBhvr>
                                    </p:animEffect>
                                  </p:childTnLst>
                                </p:cTn>
                              </p:par>
                            </p:childTnLst>
                          </p:cTn>
                        </p:par>
                        <p:par>
                          <p:cTn id="19" fill="hold">
                            <p:stCondLst>
                              <p:cond delay="1500"/>
                            </p:stCondLst>
                            <p:childTnLst>
                              <p:par>
                                <p:cTn id="20" presetID="12" presetClass="entr" presetSubtype="2" fill="hold" nodeType="afterEffect">
                                  <p:stCondLst>
                                    <p:cond delay="0"/>
                                  </p:stCondLst>
                                  <p:childTnLst>
                                    <p:set>
                                      <p:cBhvr>
                                        <p:cTn id="21" dur="1" fill="hold">
                                          <p:stCondLst>
                                            <p:cond delay="0"/>
                                          </p:stCondLst>
                                        </p:cTn>
                                        <p:tgtEl>
                                          <p:spTgt spid="26"/>
                                        </p:tgtEl>
                                        <p:attrNameLst>
                                          <p:attrName>style.visibility</p:attrName>
                                        </p:attrNameLst>
                                      </p:cBhvr>
                                      <p:to>
                                        <p:strVal val="visible"/>
                                      </p:to>
                                    </p:set>
                                    <p:anim calcmode="lin" valueType="num">
                                      <p:cBhvr additive="base">
                                        <p:cTn id="22" dur="500"/>
                                        <p:tgtEl>
                                          <p:spTgt spid="26"/>
                                        </p:tgtEl>
                                        <p:attrNameLst>
                                          <p:attrName>ppt_x</p:attrName>
                                        </p:attrNameLst>
                                      </p:cBhvr>
                                      <p:tavLst>
                                        <p:tav tm="0">
                                          <p:val>
                                            <p:strVal val="#ppt_x+#ppt_w*1.125000"/>
                                          </p:val>
                                        </p:tav>
                                        <p:tav tm="100000">
                                          <p:val>
                                            <p:strVal val="#ppt_x"/>
                                          </p:val>
                                        </p:tav>
                                      </p:tavLst>
                                    </p:anim>
                                    <p:animEffect transition="in" filter="wipe(left)">
                                      <p:cBhvr>
                                        <p:cTn id="23" dur="500"/>
                                        <p:tgtEl>
                                          <p:spTgt spid="26"/>
                                        </p:tgtEl>
                                      </p:cBhvr>
                                    </p:animEffect>
                                  </p:childTnLst>
                                </p:cTn>
                              </p:par>
                            </p:childTnLst>
                          </p:cTn>
                        </p:par>
                        <p:par>
                          <p:cTn id="24" fill="hold">
                            <p:stCondLst>
                              <p:cond delay="2000"/>
                            </p:stCondLst>
                            <p:childTnLst>
                              <p:par>
                                <p:cTn id="25" presetID="37" presetClass="entr" presetSubtype="0" fill="hold" nodeType="after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1000"/>
                                        <p:tgtEl>
                                          <p:spTgt spid="22"/>
                                        </p:tgtEl>
                                      </p:cBhvr>
                                    </p:animEffect>
                                    <p:anim calcmode="lin" valueType="num">
                                      <p:cBhvr>
                                        <p:cTn id="28" dur="1000" fill="hold"/>
                                        <p:tgtEl>
                                          <p:spTgt spid="22"/>
                                        </p:tgtEl>
                                        <p:attrNameLst>
                                          <p:attrName>ppt_x</p:attrName>
                                        </p:attrNameLst>
                                      </p:cBhvr>
                                      <p:tavLst>
                                        <p:tav tm="0">
                                          <p:val>
                                            <p:strVal val="#ppt_x"/>
                                          </p:val>
                                        </p:tav>
                                        <p:tav tm="100000">
                                          <p:val>
                                            <p:strVal val="#ppt_x"/>
                                          </p:val>
                                        </p:tav>
                                      </p:tavLst>
                                    </p:anim>
                                    <p:anim calcmode="lin" valueType="num">
                                      <p:cBhvr>
                                        <p:cTn id="29" dur="900" decel="100000" fill="hold"/>
                                        <p:tgtEl>
                                          <p:spTgt spid="22"/>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2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5CEA95BD-B2E1-D3F1-9C02-5DE271FD27F9}"/>
              </a:ext>
            </a:extLst>
          </p:cNvPr>
          <p:cNvSpPr txBox="1"/>
          <p:nvPr/>
        </p:nvSpPr>
        <p:spPr>
          <a:xfrm>
            <a:off x="681788" y="1041023"/>
            <a:ext cx="10828423" cy="5816977"/>
          </a:xfrm>
          <a:prstGeom prst="rect">
            <a:avLst/>
          </a:prstGeom>
          <a:noFill/>
        </p:spPr>
        <p:txBody>
          <a:bodyPr wrap="square" rtlCol="0">
            <a:spAutoFit/>
          </a:bodyPr>
          <a:lstStyle/>
          <a:p>
            <a:r>
              <a:rPr lang="zh-CN" altLang="en-US" sz="3200" b="1" dirty="0">
                <a:solidFill>
                  <a:schemeClr val="bg1">
                    <a:lumMod val="95000"/>
                  </a:schemeClr>
                </a:solidFill>
              </a:rPr>
              <a:t>算法路线（按引擎）：</a:t>
            </a:r>
            <a:endParaRPr lang="en-US" altLang="zh-CN" sz="3200" b="1" dirty="0">
              <a:solidFill>
                <a:schemeClr val="bg1">
                  <a:lumMod val="95000"/>
                </a:schemeClr>
              </a:solidFill>
            </a:endParaRPr>
          </a:p>
          <a:p>
            <a:endParaRPr lang="zh-CN" altLang="en-US" sz="3200" b="1" dirty="0">
              <a:solidFill>
                <a:schemeClr val="bg1">
                  <a:lumMod val="95000"/>
                </a:schemeClr>
              </a:solidFill>
            </a:endParaRPr>
          </a:p>
          <a:p>
            <a:pPr marL="457200" indent="-457200">
              <a:buFont typeface="Arial" panose="020B0604020202020204" pitchFamily="34" charset="0"/>
              <a:buChar char="•"/>
            </a:pPr>
            <a:r>
              <a:rPr lang="zh-CN" altLang="en-US" sz="2800" dirty="0">
                <a:solidFill>
                  <a:schemeClr val="bg1">
                    <a:lumMod val="95000"/>
                  </a:schemeClr>
                </a:solidFill>
              </a:rPr>
              <a:t>分布偏差：频次统计、</a:t>
            </a:r>
            <a:r>
              <a:rPr lang="en-US" altLang="zh-CN" sz="2800" dirty="0">
                <a:solidFill>
                  <a:schemeClr val="bg1">
                    <a:lumMod val="95000"/>
                  </a:schemeClr>
                </a:solidFill>
              </a:rPr>
              <a:t>KL/JS</a:t>
            </a:r>
            <a:r>
              <a:rPr lang="zh-CN" altLang="en-US" sz="2800" dirty="0">
                <a:solidFill>
                  <a:schemeClr val="bg1">
                    <a:lumMod val="95000"/>
                  </a:schemeClr>
                </a:solidFill>
              </a:rPr>
              <a:t>、</a:t>
            </a:r>
            <a:r>
              <a:rPr lang="en-US" altLang="zh-CN" sz="2800" dirty="0">
                <a:solidFill>
                  <a:schemeClr val="bg1">
                    <a:lumMod val="95000"/>
                  </a:schemeClr>
                </a:solidFill>
              </a:rPr>
              <a:t>PSI</a:t>
            </a:r>
            <a:r>
              <a:rPr lang="zh-CN" altLang="en-US" sz="2800" dirty="0">
                <a:solidFill>
                  <a:schemeClr val="bg1">
                    <a:lumMod val="95000"/>
                  </a:schemeClr>
                </a:solidFill>
              </a:rPr>
              <a:t>、</a:t>
            </a:r>
            <a:r>
              <a:rPr lang="en-US" altLang="zh-CN" sz="2800" dirty="0">
                <a:solidFill>
                  <a:schemeClr val="bg1">
                    <a:lumMod val="95000"/>
                  </a:schemeClr>
                </a:solidFill>
              </a:rPr>
              <a:t>MMD</a:t>
            </a:r>
            <a:r>
              <a:rPr lang="zh-CN" altLang="en-US" sz="2800" dirty="0">
                <a:solidFill>
                  <a:schemeClr val="bg1">
                    <a:lumMod val="95000"/>
                  </a:schemeClr>
                </a:solidFill>
              </a:rPr>
              <a:t>、概念覆盖、分布图。</a:t>
            </a:r>
            <a:endParaRPr lang="en-US" altLang="zh-CN" sz="2800" dirty="0">
              <a:solidFill>
                <a:schemeClr val="bg1">
                  <a:lumMod val="95000"/>
                </a:schemeClr>
              </a:solidFill>
            </a:endParaRPr>
          </a:p>
          <a:p>
            <a:pPr marL="457200" indent="-457200">
              <a:buFont typeface="Arial" panose="020B0604020202020204" pitchFamily="34" charset="0"/>
              <a:buChar char="•"/>
            </a:pPr>
            <a:endParaRPr lang="en-US" altLang="zh-CN" sz="2800" dirty="0">
              <a:solidFill>
                <a:schemeClr val="bg1">
                  <a:lumMod val="95000"/>
                </a:schemeClr>
              </a:solidFill>
            </a:endParaRPr>
          </a:p>
          <a:p>
            <a:pPr marL="457200" indent="-457200">
              <a:buFont typeface="Arial" panose="020B0604020202020204" pitchFamily="34" charset="0"/>
              <a:buChar char="•"/>
            </a:pPr>
            <a:endParaRPr lang="zh-CN" altLang="en-US" sz="2800" dirty="0">
              <a:solidFill>
                <a:schemeClr val="bg1">
                  <a:lumMod val="95000"/>
                </a:schemeClr>
              </a:solidFill>
            </a:endParaRPr>
          </a:p>
          <a:p>
            <a:pPr marL="457200" indent="-457200">
              <a:buFont typeface="Arial" panose="020B0604020202020204" pitchFamily="34" charset="0"/>
              <a:buChar char="•"/>
            </a:pPr>
            <a:r>
              <a:rPr lang="zh-CN" altLang="en-US" sz="2800" dirty="0">
                <a:solidFill>
                  <a:schemeClr val="bg1">
                    <a:lumMod val="95000"/>
                  </a:schemeClr>
                </a:solidFill>
              </a:rPr>
              <a:t>脏数据：</a:t>
            </a:r>
            <a:r>
              <a:rPr lang="en-US" altLang="zh-CN" sz="2800" dirty="0">
                <a:solidFill>
                  <a:schemeClr val="bg1">
                    <a:lumMod val="95000"/>
                  </a:schemeClr>
                </a:solidFill>
              </a:rPr>
              <a:t>Schema </a:t>
            </a:r>
            <a:r>
              <a:rPr lang="zh-CN" altLang="en-US" sz="2800" dirty="0">
                <a:solidFill>
                  <a:schemeClr val="bg1">
                    <a:lumMod val="95000"/>
                  </a:schemeClr>
                </a:solidFill>
              </a:rPr>
              <a:t>校验、规则约束、重复检测、置信学习、图像基础质检。</a:t>
            </a:r>
            <a:endParaRPr lang="en-US" altLang="zh-CN" sz="2800" dirty="0">
              <a:solidFill>
                <a:schemeClr val="bg1">
                  <a:lumMod val="95000"/>
                </a:schemeClr>
              </a:solidFill>
            </a:endParaRPr>
          </a:p>
          <a:p>
            <a:pPr marL="457200" indent="-457200">
              <a:buFont typeface="Arial" panose="020B0604020202020204" pitchFamily="34" charset="0"/>
              <a:buChar char="•"/>
            </a:pPr>
            <a:endParaRPr lang="en-US" altLang="zh-CN" sz="2800" dirty="0">
              <a:solidFill>
                <a:schemeClr val="bg1">
                  <a:lumMod val="95000"/>
                </a:schemeClr>
              </a:solidFill>
            </a:endParaRPr>
          </a:p>
          <a:p>
            <a:pPr marL="457200" indent="-457200">
              <a:buFont typeface="Arial" panose="020B0604020202020204" pitchFamily="34" charset="0"/>
              <a:buChar char="•"/>
            </a:pPr>
            <a:endParaRPr lang="zh-CN" altLang="en-US" sz="2800" dirty="0">
              <a:solidFill>
                <a:schemeClr val="bg1">
                  <a:lumMod val="95000"/>
                </a:schemeClr>
              </a:solidFill>
            </a:endParaRPr>
          </a:p>
          <a:p>
            <a:pPr marL="457200" indent="-457200">
              <a:buFont typeface="Arial" panose="020B0604020202020204" pitchFamily="34" charset="0"/>
              <a:buChar char="•"/>
            </a:pPr>
            <a:r>
              <a:rPr lang="zh-CN" altLang="en-US" sz="2800" dirty="0">
                <a:solidFill>
                  <a:schemeClr val="bg1">
                    <a:lumMod val="95000"/>
                  </a:schemeClr>
                </a:solidFill>
              </a:rPr>
              <a:t>对抗脆弱性：</a:t>
            </a:r>
            <a:r>
              <a:rPr lang="en-US" altLang="zh-CN" sz="2800" dirty="0">
                <a:solidFill>
                  <a:schemeClr val="bg1">
                    <a:lumMod val="95000"/>
                  </a:schemeClr>
                </a:solidFill>
              </a:rPr>
              <a:t>FGSM/PGD </a:t>
            </a:r>
            <a:r>
              <a:rPr lang="zh-CN" altLang="en-US" sz="2800" dirty="0">
                <a:solidFill>
                  <a:schemeClr val="bg1">
                    <a:lumMod val="95000"/>
                  </a:schemeClr>
                </a:solidFill>
              </a:rPr>
              <a:t>探针、扰动前后置信度差、稳定性得分。</a:t>
            </a:r>
            <a:endParaRPr lang="en-US" altLang="zh-CN" sz="2800" dirty="0">
              <a:solidFill>
                <a:schemeClr val="bg1">
                  <a:lumMod val="95000"/>
                </a:schemeClr>
              </a:solidFill>
            </a:endParaRPr>
          </a:p>
          <a:p>
            <a:pPr marL="457200" indent="-457200">
              <a:buFont typeface="Arial" panose="020B0604020202020204" pitchFamily="34" charset="0"/>
              <a:buChar char="•"/>
            </a:pPr>
            <a:endParaRPr lang="en-US" altLang="zh-CN" sz="2800" dirty="0">
              <a:solidFill>
                <a:schemeClr val="bg1">
                  <a:lumMod val="95000"/>
                </a:schemeClr>
              </a:solidFill>
            </a:endParaRPr>
          </a:p>
          <a:p>
            <a:pPr marL="457200" indent="-457200">
              <a:buFont typeface="Arial" panose="020B0604020202020204" pitchFamily="34" charset="0"/>
              <a:buChar char="•"/>
            </a:pPr>
            <a:endParaRPr lang="zh-CN" altLang="en-US" sz="2800" dirty="0">
              <a:solidFill>
                <a:schemeClr val="bg1">
                  <a:lumMod val="95000"/>
                </a:schemeClr>
              </a:solidFill>
            </a:endParaRPr>
          </a:p>
          <a:p>
            <a:pPr marL="457200" indent="-457200">
              <a:buFont typeface="Arial" panose="020B0604020202020204" pitchFamily="34" charset="0"/>
              <a:buChar char="•"/>
            </a:pPr>
            <a:r>
              <a:rPr lang="zh-CN" altLang="en-US" sz="2800" dirty="0">
                <a:solidFill>
                  <a:schemeClr val="bg1">
                    <a:lumMod val="95000"/>
                  </a:schemeClr>
                </a:solidFill>
              </a:rPr>
              <a:t>物理保真度：规则库、时间顺序、单位范围、视觉常识</a:t>
            </a:r>
            <a:r>
              <a:rPr lang="en-US" altLang="zh-CN" sz="2800" dirty="0">
                <a:solidFill>
                  <a:schemeClr val="bg1">
                    <a:lumMod val="95000"/>
                  </a:schemeClr>
                </a:solidFill>
              </a:rPr>
              <a:t>/VLM </a:t>
            </a:r>
            <a:r>
              <a:rPr lang="zh-CN" altLang="en-US" sz="2800" dirty="0">
                <a:solidFill>
                  <a:schemeClr val="bg1">
                    <a:lumMod val="95000"/>
                  </a:schemeClr>
                </a:solidFill>
              </a:rPr>
              <a:t>辅助。</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cs typeface="+mn-ea"/>
                <a:sym typeface="+mn-lt"/>
              </a:rPr>
              <a:t>04</a:t>
            </a:r>
            <a:endParaRPr lang="zh-CN" altLang="en-US" dirty="0">
              <a:cs typeface="+mn-ea"/>
              <a:sym typeface="+mn-lt"/>
            </a:endParaRPr>
          </a:p>
        </p:txBody>
      </p:sp>
      <p:sp>
        <p:nvSpPr>
          <p:cNvPr id="4" name="文本占位符 3"/>
          <p:cNvSpPr>
            <a:spLocks noGrp="1"/>
          </p:cNvSpPr>
          <p:nvPr>
            <p:ph type="body" sz="quarter" idx="11"/>
          </p:nvPr>
        </p:nvSpPr>
        <p:spPr/>
        <p:txBody>
          <a:bodyPr>
            <a:normAutofit/>
          </a:bodyPr>
          <a:lstStyle/>
          <a:p>
            <a:r>
              <a:rPr lang="zh-CN" altLang="en-US" dirty="0">
                <a:cs typeface="+mn-ea"/>
                <a:sym typeface="+mn-lt"/>
              </a:rPr>
              <a:t>已完成成果与系统演示</a:t>
            </a:r>
          </a:p>
        </p:txBody>
      </p:sp>
      <p:sp>
        <p:nvSpPr>
          <p:cNvPr id="5" name="文本占位符 4"/>
          <p:cNvSpPr>
            <a:spLocks noGrp="1"/>
          </p:cNvSpPr>
          <p:nvPr>
            <p:ph type="body" sz="quarter" idx="12"/>
          </p:nvPr>
        </p:nvSpPr>
        <p:spPr/>
        <p:txBody>
          <a:bodyPr>
            <a:normAutofit fontScale="92500"/>
          </a:bodyPr>
          <a:lstStyle/>
          <a:p>
            <a:r>
              <a:rPr lang="zh-CN" altLang="en-US" dirty="0">
                <a:cs typeface="+mn-ea"/>
                <a:sym typeface="+mn-lt"/>
              </a:rPr>
              <a:t>点击输入本栏的具体文字简明扼要的说明分项内容点击输入本栏的具体文字简明扼要的说明分项</a:t>
            </a:r>
          </a:p>
          <a:p>
            <a:endParaRPr lang="zh-CN" altLang="en-US"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cs typeface="+mn-ea"/>
                <a:sym typeface="+mn-lt"/>
              </a:rPr>
              <a:t>已完成成果：</a:t>
            </a:r>
          </a:p>
        </p:txBody>
      </p:sp>
      <p:sp>
        <p:nvSpPr>
          <p:cNvPr id="14" name="文本框 13">
            <a:extLst>
              <a:ext uri="{FF2B5EF4-FFF2-40B4-BE49-F238E27FC236}">
                <a16:creationId xmlns:a16="http://schemas.microsoft.com/office/drawing/2014/main" id="{5CEA95BD-B2E1-D3F1-9C02-5DE271FD27F9}"/>
              </a:ext>
            </a:extLst>
          </p:cNvPr>
          <p:cNvSpPr txBox="1"/>
          <p:nvPr/>
        </p:nvSpPr>
        <p:spPr>
          <a:xfrm>
            <a:off x="1411704" y="887135"/>
            <a:ext cx="10218821" cy="5970865"/>
          </a:xfrm>
          <a:prstGeom prst="rect">
            <a:avLst/>
          </a:prstGeom>
          <a:noFill/>
        </p:spPr>
        <p:txBody>
          <a:bodyPr wrap="square" rtlCol="0">
            <a:spAutoFit/>
          </a:bodyPr>
          <a:lstStyle/>
          <a:p>
            <a:pPr marL="342900" indent="-342900">
              <a:buFont typeface="Arial" panose="020B0604020202020204" pitchFamily="34" charset="0"/>
              <a:buChar char="•"/>
            </a:pPr>
            <a:r>
              <a:rPr lang="en-US" altLang="zh-CN" sz="2800" dirty="0" err="1">
                <a:solidFill>
                  <a:schemeClr val="bg1">
                    <a:lumMod val="95000"/>
                  </a:schemeClr>
                </a:solidFill>
              </a:rPr>
              <a:t>Go+Gin</a:t>
            </a:r>
            <a:r>
              <a:rPr lang="en-US" altLang="zh-CN" sz="2800" dirty="0">
                <a:solidFill>
                  <a:schemeClr val="bg1">
                    <a:lumMod val="95000"/>
                  </a:schemeClr>
                </a:solidFill>
              </a:rPr>
              <a:t> </a:t>
            </a:r>
            <a:r>
              <a:rPr lang="zh-CN" altLang="en-US" sz="2800" dirty="0">
                <a:solidFill>
                  <a:schemeClr val="bg1">
                    <a:lumMod val="95000"/>
                  </a:schemeClr>
                </a:solidFill>
              </a:rPr>
              <a:t>后端骨架（入口、路由、配置、依赖注入）。</a:t>
            </a:r>
            <a:endParaRPr lang="en-US" altLang="zh-CN" sz="2800" dirty="0">
              <a:solidFill>
                <a:schemeClr val="bg1">
                  <a:lumMod val="95000"/>
                </a:schemeClr>
              </a:solidFill>
            </a:endParaRPr>
          </a:p>
          <a:p>
            <a:pPr marL="342900" indent="-342900">
              <a:buFont typeface="Arial" panose="020B0604020202020204" pitchFamily="34" charset="0"/>
              <a:buChar char="•"/>
            </a:pPr>
            <a:endParaRPr lang="zh-CN" altLang="en-US" sz="2800" dirty="0">
              <a:solidFill>
                <a:schemeClr val="bg1">
                  <a:lumMod val="95000"/>
                </a:schemeClr>
              </a:solidFill>
            </a:endParaRPr>
          </a:p>
          <a:p>
            <a:pPr marL="342900" indent="-342900">
              <a:buFont typeface="Arial" panose="020B0604020202020204" pitchFamily="34" charset="0"/>
              <a:buChar char="•"/>
            </a:pPr>
            <a:r>
              <a:rPr lang="zh-CN" altLang="en-US" sz="2800" dirty="0">
                <a:solidFill>
                  <a:schemeClr val="bg1">
                    <a:lumMod val="95000"/>
                  </a:schemeClr>
                </a:solidFill>
              </a:rPr>
              <a:t>数据集管理 </a:t>
            </a:r>
            <a:r>
              <a:rPr lang="en-US" altLang="zh-CN" sz="2800" dirty="0">
                <a:solidFill>
                  <a:schemeClr val="bg1">
                    <a:lumMod val="95000"/>
                  </a:schemeClr>
                </a:solidFill>
              </a:rPr>
              <a:t>CRUD </a:t>
            </a:r>
            <a:r>
              <a:rPr lang="zh-CN" altLang="en-US" sz="2800" dirty="0">
                <a:solidFill>
                  <a:schemeClr val="bg1">
                    <a:lumMod val="95000"/>
                  </a:schemeClr>
                </a:solidFill>
              </a:rPr>
              <a:t>与前端登记入口。</a:t>
            </a:r>
            <a:endParaRPr lang="en-US" altLang="zh-CN" sz="2800" dirty="0">
              <a:solidFill>
                <a:schemeClr val="bg1">
                  <a:lumMod val="95000"/>
                </a:schemeClr>
              </a:solidFill>
            </a:endParaRPr>
          </a:p>
          <a:p>
            <a:pPr marL="342900" indent="-342900">
              <a:buFont typeface="Arial" panose="020B0604020202020204" pitchFamily="34" charset="0"/>
              <a:buChar char="•"/>
            </a:pPr>
            <a:endParaRPr lang="zh-CN" altLang="en-US" sz="2800" dirty="0">
              <a:solidFill>
                <a:schemeClr val="bg1">
                  <a:lumMod val="95000"/>
                </a:schemeClr>
              </a:solidFill>
            </a:endParaRPr>
          </a:p>
          <a:p>
            <a:pPr marL="342900" indent="-342900">
              <a:buFont typeface="Arial" panose="020B0604020202020204" pitchFamily="34" charset="0"/>
              <a:buChar char="•"/>
            </a:pPr>
            <a:r>
              <a:rPr lang="zh-CN" altLang="en-US" sz="2800" dirty="0">
                <a:solidFill>
                  <a:schemeClr val="bg1">
                    <a:lumMod val="95000"/>
                  </a:schemeClr>
                </a:solidFill>
              </a:rPr>
              <a:t>四类引擎元信息与输出字段定义。</a:t>
            </a:r>
            <a:endParaRPr lang="en-US" altLang="zh-CN" sz="2800" dirty="0">
              <a:solidFill>
                <a:schemeClr val="bg1">
                  <a:lumMod val="95000"/>
                </a:schemeClr>
              </a:solidFill>
            </a:endParaRPr>
          </a:p>
          <a:p>
            <a:pPr marL="342900" indent="-342900">
              <a:buFont typeface="Arial" panose="020B0604020202020204" pitchFamily="34" charset="0"/>
              <a:buChar char="•"/>
            </a:pPr>
            <a:endParaRPr lang="zh-CN" altLang="en-US" sz="2800" dirty="0">
              <a:solidFill>
                <a:schemeClr val="bg1">
                  <a:lumMod val="95000"/>
                </a:schemeClr>
              </a:solidFill>
            </a:endParaRPr>
          </a:p>
          <a:p>
            <a:pPr marL="342900" indent="-342900">
              <a:buFont typeface="Arial" panose="020B0604020202020204" pitchFamily="34" charset="0"/>
              <a:buChar char="•"/>
            </a:pPr>
            <a:r>
              <a:rPr lang="zh-CN" altLang="en-US" sz="2800" dirty="0">
                <a:solidFill>
                  <a:schemeClr val="bg1">
                    <a:lumMod val="95000"/>
                  </a:schemeClr>
                </a:solidFill>
              </a:rPr>
              <a:t>统一扫描任务接口与状态</a:t>
            </a:r>
            <a:r>
              <a:rPr lang="en-US" altLang="zh-CN" sz="2800" dirty="0">
                <a:solidFill>
                  <a:schemeClr val="bg1">
                    <a:lumMod val="95000"/>
                  </a:schemeClr>
                </a:solidFill>
              </a:rPr>
              <a:t>/</a:t>
            </a:r>
            <a:r>
              <a:rPr lang="zh-CN" altLang="en-US" sz="2800" dirty="0">
                <a:solidFill>
                  <a:schemeClr val="bg1">
                    <a:lumMod val="95000"/>
                  </a:schemeClr>
                </a:solidFill>
              </a:rPr>
              <a:t>结果查询。</a:t>
            </a:r>
            <a:endParaRPr lang="en-US" altLang="zh-CN" sz="2800" dirty="0">
              <a:solidFill>
                <a:schemeClr val="bg1">
                  <a:lumMod val="95000"/>
                </a:schemeClr>
              </a:solidFill>
            </a:endParaRPr>
          </a:p>
          <a:p>
            <a:pPr marL="342900" indent="-342900">
              <a:buFont typeface="Arial" panose="020B0604020202020204" pitchFamily="34" charset="0"/>
              <a:buChar char="•"/>
            </a:pPr>
            <a:endParaRPr lang="zh-CN" altLang="en-US" sz="2800" dirty="0">
              <a:solidFill>
                <a:schemeClr val="bg1">
                  <a:lumMod val="95000"/>
                </a:schemeClr>
              </a:solidFill>
            </a:endParaRPr>
          </a:p>
          <a:p>
            <a:pPr marL="342900" indent="-342900">
              <a:buFont typeface="Arial" panose="020B0604020202020204" pitchFamily="34" charset="0"/>
              <a:buChar char="•"/>
            </a:pPr>
            <a:r>
              <a:rPr lang="zh-CN" altLang="en-US" sz="2800" dirty="0">
                <a:solidFill>
                  <a:schemeClr val="bg1">
                    <a:lumMod val="95000"/>
                  </a:schemeClr>
                </a:solidFill>
              </a:rPr>
              <a:t>质量报告结构与查询接口（占位结构已定）。</a:t>
            </a:r>
            <a:endParaRPr lang="en-US" altLang="zh-CN" sz="2800" dirty="0">
              <a:solidFill>
                <a:schemeClr val="bg1">
                  <a:lumMod val="95000"/>
                </a:schemeClr>
              </a:solidFill>
            </a:endParaRPr>
          </a:p>
          <a:p>
            <a:pPr marL="342900" indent="-342900">
              <a:buFont typeface="Arial" panose="020B0604020202020204" pitchFamily="34" charset="0"/>
              <a:buChar char="•"/>
            </a:pPr>
            <a:endParaRPr lang="zh-CN" altLang="en-US" sz="2800" dirty="0">
              <a:solidFill>
                <a:schemeClr val="bg1">
                  <a:lumMod val="95000"/>
                </a:schemeClr>
              </a:solidFill>
            </a:endParaRPr>
          </a:p>
          <a:p>
            <a:pPr marL="342900" indent="-342900">
              <a:buFont typeface="Arial" panose="020B0604020202020204" pitchFamily="34" charset="0"/>
              <a:buChar char="•"/>
            </a:pPr>
            <a:r>
              <a:rPr lang="zh-CN" altLang="en-US" sz="2800" dirty="0">
                <a:solidFill>
                  <a:schemeClr val="bg1">
                    <a:lumMod val="95000"/>
                  </a:schemeClr>
                </a:solidFill>
              </a:rPr>
              <a:t>前端单页演示页面。</a:t>
            </a:r>
            <a:endParaRPr lang="en-US" altLang="zh-CN" sz="2800" dirty="0">
              <a:solidFill>
                <a:schemeClr val="bg1">
                  <a:lumMod val="95000"/>
                </a:schemeClr>
              </a:solidFill>
            </a:endParaRPr>
          </a:p>
          <a:p>
            <a:pPr marL="342900" indent="-342900">
              <a:buFont typeface="Arial" panose="020B0604020202020204" pitchFamily="34" charset="0"/>
              <a:buChar char="•"/>
            </a:pPr>
            <a:endParaRPr lang="zh-CN" altLang="en-US" sz="2800" dirty="0">
              <a:solidFill>
                <a:schemeClr val="bg1">
                  <a:lumMod val="95000"/>
                </a:schemeClr>
              </a:solidFill>
            </a:endParaRPr>
          </a:p>
          <a:p>
            <a:pPr marL="342900" indent="-342900">
              <a:buFont typeface="Arial" panose="020B0604020202020204" pitchFamily="34" charset="0"/>
              <a:buChar char="•"/>
            </a:pPr>
            <a:r>
              <a:rPr lang="en-US" altLang="zh-CN" sz="2800" dirty="0">
                <a:solidFill>
                  <a:schemeClr val="bg1">
                    <a:lumMod val="95000"/>
                  </a:schemeClr>
                </a:solidFill>
              </a:rPr>
              <a:t>Python </a:t>
            </a:r>
            <a:r>
              <a:rPr lang="zh-CN" altLang="en-US" sz="2800" dirty="0">
                <a:solidFill>
                  <a:schemeClr val="bg1">
                    <a:lumMod val="95000"/>
                  </a:schemeClr>
                </a:solidFill>
              </a:rPr>
              <a:t>算法服务 </a:t>
            </a:r>
            <a:r>
              <a:rPr lang="en-US" altLang="zh-CN" sz="2800" dirty="0">
                <a:solidFill>
                  <a:schemeClr val="bg1">
                    <a:lumMod val="95000"/>
                  </a:schemeClr>
                </a:solidFill>
              </a:rPr>
              <a:t>HTTP Client </a:t>
            </a:r>
            <a:r>
              <a:rPr lang="zh-CN" altLang="en-US" sz="2800" dirty="0">
                <a:solidFill>
                  <a:schemeClr val="bg1">
                    <a:lumMod val="95000"/>
                  </a:schemeClr>
                </a:solidFill>
              </a:rPr>
              <a:t>预留</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5CEA95BD-B2E1-D3F1-9C02-5DE271FD27F9}"/>
              </a:ext>
            </a:extLst>
          </p:cNvPr>
          <p:cNvSpPr txBox="1"/>
          <p:nvPr/>
        </p:nvSpPr>
        <p:spPr>
          <a:xfrm>
            <a:off x="681788" y="3105834"/>
            <a:ext cx="10828423" cy="646331"/>
          </a:xfrm>
          <a:prstGeom prst="rect">
            <a:avLst/>
          </a:prstGeom>
          <a:noFill/>
        </p:spPr>
        <p:txBody>
          <a:bodyPr wrap="square" rtlCol="0">
            <a:spAutoFit/>
          </a:bodyPr>
          <a:lstStyle/>
          <a:p>
            <a:pPr algn="ctr"/>
            <a:r>
              <a:rPr lang="zh-CN" altLang="en-US" sz="3600" b="1" dirty="0">
                <a:solidFill>
                  <a:schemeClr val="bg1">
                    <a:lumMod val="95000"/>
                  </a:schemeClr>
                </a:solidFill>
              </a:rPr>
              <a:t>系统演示</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cs typeface="+mn-ea"/>
                <a:sym typeface="+mn-lt"/>
              </a:rPr>
              <a:t>05</a:t>
            </a:r>
            <a:endParaRPr lang="zh-CN" altLang="en-US" dirty="0">
              <a:cs typeface="+mn-ea"/>
              <a:sym typeface="+mn-lt"/>
            </a:endParaRPr>
          </a:p>
        </p:txBody>
      </p:sp>
      <p:sp>
        <p:nvSpPr>
          <p:cNvPr id="4" name="文本占位符 3"/>
          <p:cNvSpPr>
            <a:spLocks noGrp="1"/>
          </p:cNvSpPr>
          <p:nvPr>
            <p:ph type="body" sz="quarter" idx="11"/>
          </p:nvPr>
        </p:nvSpPr>
        <p:spPr>
          <a:xfrm>
            <a:off x="4084502" y="3144253"/>
            <a:ext cx="5284586" cy="2133600"/>
          </a:xfrm>
        </p:spPr>
        <p:txBody>
          <a:bodyPr>
            <a:noAutofit/>
          </a:bodyPr>
          <a:lstStyle/>
          <a:p>
            <a:endParaRPr lang="en-US" altLang="zh-CN" sz="2400" dirty="0">
              <a:cs typeface="+mn-ea"/>
              <a:sym typeface="+mn-lt"/>
            </a:endParaRPr>
          </a:p>
          <a:p>
            <a:pPr algn="l"/>
            <a:r>
              <a:rPr lang="zh-CN" altLang="en-US" sz="2400" dirty="0">
                <a:cs typeface="+mn-ea"/>
                <a:sym typeface="+mn-lt"/>
              </a:rPr>
              <a:t>预期成果与计划（含风险对策）</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3791744" y="1058779"/>
            <a:ext cx="7742046" cy="2575656"/>
          </a:xfrm>
          <a:prstGeom prst="rect">
            <a:avLst/>
          </a:pr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cs typeface="+mn-ea"/>
              <a:sym typeface="+mn-lt"/>
            </a:endParaRPr>
          </a:p>
        </p:txBody>
      </p:sp>
      <p:sp>
        <p:nvSpPr>
          <p:cNvPr id="28" name="等腰三角形 5"/>
          <p:cNvSpPr/>
          <p:nvPr/>
        </p:nvSpPr>
        <p:spPr>
          <a:xfrm rot="5400000">
            <a:off x="1057628" y="1011804"/>
            <a:ext cx="2286897" cy="2958364"/>
          </a:xfrm>
          <a:custGeom>
            <a:avLst/>
            <a:gdLst/>
            <a:ahLst/>
            <a:cxnLst/>
            <a:rect l="l" t="t" r="r" b="b"/>
            <a:pathLst>
              <a:path w="1450218" h="1860602">
                <a:moveTo>
                  <a:pt x="0" y="1860602"/>
                </a:moveTo>
                <a:lnTo>
                  <a:pt x="0" y="132410"/>
                </a:lnTo>
                <a:lnTo>
                  <a:pt x="582757" y="132410"/>
                </a:lnTo>
                <a:lnTo>
                  <a:pt x="725109" y="0"/>
                </a:lnTo>
                <a:lnTo>
                  <a:pt x="867461" y="132410"/>
                </a:lnTo>
                <a:lnTo>
                  <a:pt x="1450218" y="132410"/>
                </a:lnTo>
                <a:lnTo>
                  <a:pt x="1450218" y="186060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cs typeface="+mn-ea"/>
              <a:sym typeface="+mn-lt"/>
            </a:endParaRPr>
          </a:p>
        </p:txBody>
      </p:sp>
      <p:sp>
        <p:nvSpPr>
          <p:cNvPr id="29" name="TextBox 28"/>
          <p:cNvSpPr txBox="1"/>
          <p:nvPr/>
        </p:nvSpPr>
        <p:spPr>
          <a:xfrm>
            <a:off x="4478336" y="1915720"/>
            <a:ext cx="6242962" cy="861774"/>
          </a:xfrm>
          <a:prstGeom prst="rect">
            <a:avLst/>
          </a:prstGeom>
          <a:noFill/>
        </p:spPr>
        <p:txBody>
          <a:bodyPr wrap="square" lIns="0" tIns="0" rIns="0" bIns="0" rtlCol="0">
            <a:spAutoFit/>
          </a:bodyPr>
          <a:lstStyle/>
          <a:p>
            <a:r>
              <a:rPr lang="zh-CN" altLang="en-US" sz="2800" dirty="0">
                <a:solidFill>
                  <a:schemeClr val="bg1"/>
                </a:solidFill>
                <a:cs typeface="+mn-ea"/>
                <a:sym typeface="+mn-lt"/>
              </a:rPr>
              <a:t>可运行平台、算法服务集、质量报告、演示数据集、阶段论文</a:t>
            </a:r>
            <a:r>
              <a:rPr lang="en-US" altLang="zh-CN" sz="2800" dirty="0">
                <a:solidFill>
                  <a:schemeClr val="bg1"/>
                </a:solidFill>
                <a:cs typeface="+mn-ea"/>
                <a:sym typeface="+mn-lt"/>
              </a:rPr>
              <a:t>/</a:t>
            </a:r>
            <a:r>
              <a:rPr lang="zh-CN" altLang="en-US" sz="2800" dirty="0">
                <a:solidFill>
                  <a:schemeClr val="bg1"/>
                </a:solidFill>
                <a:cs typeface="+mn-ea"/>
                <a:sym typeface="+mn-lt"/>
              </a:rPr>
              <a:t>报告</a:t>
            </a:r>
            <a:endParaRPr lang="en-US" altLang="zh-CN" sz="2800" b="1" dirty="0">
              <a:solidFill>
                <a:schemeClr val="bg1"/>
              </a:solidFill>
              <a:cs typeface="+mn-ea"/>
              <a:sym typeface="+mn-lt"/>
            </a:endParaRPr>
          </a:p>
        </p:txBody>
      </p:sp>
      <p:sp>
        <p:nvSpPr>
          <p:cNvPr id="30" name="TextBox 29"/>
          <p:cNvSpPr txBox="1"/>
          <p:nvPr/>
        </p:nvSpPr>
        <p:spPr>
          <a:xfrm>
            <a:off x="1470702" y="1998543"/>
            <a:ext cx="1256455" cy="984885"/>
          </a:xfrm>
          <a:prstGeom prst="rect">
            <a:avLst/>
          </a:prstGeom>
          <a:noFill/>
        </p:spPr>
        <p:txBody>
          <a:bodyPr wrap="square" lIns="0" tIns="0" rIns="0" bIns="0" rtlCol="0">
            <a:spAutoFit/>
          </a:bodyPr>
          <a:lstStyle>
            <a:defPPr>
              <a:defRPr lang="zh-CN"/>
            </a:defPPr>
            <a:lvl1pPr>
              <a:defRPr sz="2200">
                <a:solidFill>
                  <a:schemeClr val="bg1"/>
                </a:solidFill>
                <a:latin typeface="微软雅黑" panose="020B0503020204020204" pitchFamily="34" charset="-122"/>
                <a:ea typeface="微软雅黑" panose="020B0503020204020204" pitchFamily="34" charset="-122"/>
              </a:defRPr>
            </a:lvl1pPr>
          </a:lstStyle>
          <a:p>
            <a:pPr algn="ctr"/>
            <a:r>
              <a:rPr lang="zh-CN" altLang="en-US" sz="3200" b="1" spc="400" dirty="0">
                <a:latin typeface="+mn-lt"/>
                <a:ea typeface="+mn-ea"/>
                <a:cs typeface="+mn-ea"/>
                <a:sym typeface="+mn-lt"/>
              </a:rPr>
              <a:t>预期成果</a:t>
            </a:r>
          </a:p>
        </p:txBody>
      </p:sp>
      <p:sp>
        <p:nvSpPr>
          <p:cNvPr id="31" name="矩形 30"/>
          <p:cNvSpPr/>
          <p:nvPr/>
        </p:nvSpPr>
        <p:spPr>
          <a:xfrm>
            <a:off x="850232" y="3866147"/>
            <a:ext cx="7742046" cy="2869016"/>
          </a:xfrm>
          <a:prstGeom prst="rect">
            <a:avLst/>
          </a:pr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cs typeface="+mn-ea"/>
              <a:sym typeface="+mn-lt"/>
            </a:endParaRPr>
          </a:p>
        </p:txBody>
      </p:sp>
      <p:sp>
        <p:nvSpPr>
          <p:cNvPr id="32" name="等腰三角形 30"/>
          <p:cNvSpPr/>
          <p:nvPr/>
        </p:nvSpPr>
        <p:spPr>
          <a:xfrm rot="16200000" flipH="1">
            <a:off x="8650132" y="3838188"/>
            <a:ext cx="2430861" cy="2638005"/>
          </a:xfrm>
          <a:custGeom>
            <a:avLst/>
            <a:gdLst/>
            <a:ahLst/>
            <a:cxnLst/>
            <a:rect l="l" t="t" r="r" b="b"/>
            <a:pathLst>
              <a:path w="1450218" h="1860602">
                <a:moveTo>
                  <a:pt x="0" y="132410"/>
                </a:moveTo>
                <a:lnTo>
                  <a:pt x="0" y="1860602"/>
                </a:lnTo>
                <a:lnTo>
                  <a:pt x="1450218" y="1860602"/>
                </a:lnTo>
                <a:lnTo>
                  <a:pt x="1450218" y="132410"/>
                </a:lnTo>
                <a:lnTo>
                  <a:pt x="867461" y="132410"/>
                </a:lnTo>
                <a:lnTo>
                  <a:pt x="725109" y="0"/>
                </a:lnTo>
                <a:lnTo>
                  <a:pt x="582757" y="132410"/>
                </a:lnTo>
                <a:close/>
              </a:path>
            </a:pathLst>
          </a:cu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cs typeface="+mn-ea"/>
              <a:sym typeface="+mn-lt"/>
            </a:endParaRPr>
          </a:p>
        </p:txBody>
      </p:sp>
      <p:sp>
        <p:nvSpPr>
          <p:cNvPr id="33" name="TextBox 32"/>
          <p:cNvSpPr txBox="1"/>
          <p:nvPr/>
        </p:nvSpPr>
        <p:spPr>
          <a:xfrm>
            <a:off x="9448969" y="4556349"/>
            <a:ext cx="1166936" cy="984885"/>
          </a:xfrm>
          <a:prstGeom prst="rect">
            <a:avLst/>
          </a:prstGeom>
          <a:noFill/>
        </p:spPr>
        <p:txBody>
          <a:bodyPr wrap="square" lIns="0" tIns="0" rIns="0" bIns="0" rtlCol="0">
            <a:spAutoFit/>
          </a:bodyPr>
          <a:lstStyle>
            <a:defPPr>
              <a:defRPr lang="zh-CN"/>
            </a:defPPr>
            <a:lvl1pPr>
              <a:defRPr sz="2200">
                <a:solidFill>
                  <a:schemeClr val="bg1"/>
                </a:solidFill>
                <a:latin typeface="微软雅黑" panose="020B0503020204020204" pitchFamily="34" charset="-122"/>
                <a:ea typeface="微软雅黑" panose="020B0503020204020204" pitchFamily="34" charset="-122"/>
              </a:defRPr>
            </a:lvl1pPr>
          </a:lstStyle>
          <a:p>
            <a:pPr algn="ctr"/>
            <a:r>
              <a:rPr lang="zh-CN" altLang="en-US" sz="3200" b="1" spc="400" dirty="0">
                <a:latin typeface="+mn-lt"/>
                <a:ea typeface="+mn-ea"/>
                <a:cs typeface="+mn-ea"/>
                <a:sym typeface="+mn-lt"/>
              </a:rPr>
              <a:t>风险对策</a:t>
            </a:r>
          </a:p>
        </p:txBody>
      </p:sp>
      <p:sp>
        <p:nvSpPr>
          <p:cNvPr id="34" name="TextBox 33"/>
          <p:cNvSpPr txBox="1"/>
          <p:nvPr/>
        </p:nvSpPr>
        <p:spPr>
          <a:xfrm>
            <a:off x="1470703" y="4007993"/>
            <a:ext cx="6860456" cy="2585323"/>
          </a:xfrm>
          <a:prstGeom prst="rect">
            <a:avLst/>
          </a:prstGeom>
          <a:noFill/>
        </p:spPr>
        <p:txBody>
          <a:bodyPr wrap="square" lIns="0" tIns="0" rIns="0" bIns="0" rtlCol="0">
            <a:spAutoFit/>
          </a:bodyPr>
          <a:lstStyle/>
          <a:p>
            <a:r>
              <a:rPr lang="zh-CN" altLang="en-US" sz="2400" dirty="0">
                <a:solidFill>
                  <a:schemeClr val="bg1"/>
                </a:solidFill>
                <a:cs typeface="+mn-ea"/>
                <a:sym typeface="+mn-lt"/>
              </a:rPr>
              <a:t>算法依赖重</a:t>
            </a:r>
            <a:r>
              <a:rPr lang="en-US" altLang="zh-CN" sz="2400" dirty="0">
                <a:solidFill>
                  <a:schemeClr val="bg1"/>
                </a:solidFill>
                <a:cs typeface="+mn-ea"/>
                <a:sym typeface="+mn-lt"/>
              </a:rPr>
              <a:t> - &gt;  </a:t>
            </a:r>
            <a:r>
              <a:rPr lang="zh-CN" altLang="en-US" sz="2400" dirty="0">
                <a:solidFill>
                  <a:schemeClr val="bg1"/>
                </a:solidFill>
                <a:cs typeface="+mn-ea"/>
                <a:sym typeface="+mn-lt"/>
              </a:rPr>
              <a:t>先用规则</a:t>
            </a:r>
            <a:r>
              <a:rPr lang="en-US" altLang="zh-CN" sz="2400" dirty="0">
                <a:solidFill>
                  <a:schemeClr val="bg1"/>
                </a:solidFill>
                <a:cs typeface="+mn-ea"/>
                <a:sym typeface="+mn-lt"/>
              </a:rPr>
              <a:t>/</a:t>
            </a:r>
            <a:r>
              <a:rPr lang="zh-CN" altLang="en-US" sz="2400" dirty="0">
                <a:solidFill>
                  <a:schemeClr val="bg1"/>
                </a:solidFill>
                <a:cs typeface="+mn-ea"/>
                <a:sym typeface="+mn-lt"/>
              </a:rPr>
              <a:t>统计稳定演示；</a:t>
            </a:r>
            <a:endParaRPr lang="en-US" altLang="zh-CN" sz="2400" dirty="0">
              <a:solidFill>
                <a:schemeClr val="bg1"/>
              </a:solidFill>
              <a:cs typeface="+mn-ea"/>
              <a:sym typeface="+mn-lt"/>
            </a:endParaRPr>
          </a:p>
          <a:p>
            <a:endParaRPr lang="en-US" altLang="zh-CN" sz="2400" dirty="0">
              <a:solidFill>
                <a:schemeClr val="bg1"/>
              </a:solidFill>
              <a:cs typeface="+mn-ea"/>
              <a:sym typeface="+mn-lt"/>
            </a:endParaRPr>
          </a:p>
          <a:p>
            <a:r>
              <a:rPr lang="zh-CN" altLang="en-US" sz="2400" dirty="0">
                <a:solidFill>
                  <a:schemeClr val="bg1"/>
                </a:solidFill>
                <a:cs typeface="+mn-ea"/>
                <a:sym typeface="+mn-lt"/>
              </a:rPr>
              <a:t>多模态输入不统一</a:t>
            </a:r>
            <a:r>
              <a:rPr lang="en-US" altLang="zh-CN" sz="2400" dirty="0">
                <a:solidFill>
                  <a:schemeClr val="bg1"/>
                </a:solidFill>
                <a:cs typeface="+mn-ea"/>
                <a:sym typeface="+mn-lt"/>
              </a:rPr>
              <a:t>  - &gt; </a:t>
            </a:r>
            <a:r>
              <a:rPr lang="zh-CN" altLang="en-US" sz="2400" dirty="0">
                <a:solidFill>
                  <a:schemeClr val="bg1"/>
                </a:solidFill>
                <a:cs typeface="+mn-ea"/>
                <a:sym typeface="+mn-lt"/>
              </a:rPr>
              <a:t>统一数据结构与报告模板</a:t>
            </a:r>
            <a:endParaRPr lang="en-US" altLang="zh-CN" sz="2400" dirty="0">
              <a:solidFill>
                <a:schemeClr val="bg1"/>
              </a:solidFill>
              <a:cs typeface="+mn-ea"/>
              <a:sym typeface="+mn-lt"/>
            </a:endParaRPr>
          </a:p>
          <a:p>
            <a:endParaRPr lang="en-US" altLang="zh-CN" sz="2400" dirty="0">
              <a:solidFill>
                <a:schemeClr val="bg1"/>
              </a:solidFill>
              <a:cs typeface="+mn-ea"/>
              <a:sym typeface="+mn-lt"/>
            </a:endParaRPr>
          </a:p>
          <a:p>
            <a:r>
              <a:rPr lang="zh-CN" altLang="en-US" sz="2400" dirty="0">
                <a:solidFill>
                  <a:schemeClr val="bg1"/>
                </a:solidFill>
                <a:cs typeface="+mn-ea"/>
                <a:sym typeface="+mn-lt"/>
              </a:rPr>
              <a:t>结果不可解释</a:t>
            </a:r>
            <a:r>
              <a:rPr lang="en-US" altLang="zh-CN" sz="2400" dirty="0">
                <a:solidFill>
                  <a:schemeClr val="bg1"/>
                </a:solidFill>
                <a:cs typeface="+mn-ea"/>
                <a:sym typeface="+mn-lt"/>
              </a:rPr>
              <a:t> -  &gt; </a:t>
            </a:r>
            <a:r>
              <a:rPr lang="zh-CN" altLang="en-US" sz="2400" dirty="0">
                <a:solidFill>
                  <a:schemeClr val="bg1"/>
                </a:solidFill>
                <a:cs typeface="+mn-ea"/>
                <a:sym typeface="+mn-lt"/>
              </a:rPr>
              <a:t>输出问题样本</a:t>
            </a:r>
            <a:r>
              <a:rPr lang="en-US" altLang="zh-CN" sz="2400" dirty="0">
                <a:solidFill>
                  <a:schemeClr val="bg1"/>
                </a:solidFill>
                <a:cs typeface="+mn-ea"/>
                <a:sym typeface="+mn-lt"/>
              </a:rPr>
              <a:t>+</a:t>
            </a:r>
            <a:r>
              <a:rPr lang="zh-CN" altLang="en-US" sz="2400" dirty="0">
                <a:solidFill>
                  <a:schemeClr val="bg1"/>
                </a:solidFill>
                <a:cs typeface="+mn-ea"/>
                <a:sym typeface="+mn-lt"/>
              </a:rPr>
              <a:t>指标</a:t>
            </a:r>
            <a:r>
              <a:rPr lang="en-US" altLang="zh-CN" sz="2400" dirty="0">
                <a:solidFill>
                  <a:schemeClr val="bg1"/>
                </a:solidFill>
                <a:cs typeface="+mn-ea"/>
                <a:sym typeface="+mn-lt"/>
              </a:rPr>
              <a:t>+</a:t>
            </a:r>
            <a:r>
              <a:rPr lang="zh-CN" altLang="en-US" sz="2400" dirty="0">
                <a:solidFill>
                  <a:schemeClr val="bg1"/>
                </a:solidFill>
                <a:cs typeface="+mn-ea"/>
                <a:sym typeface="+mn-lt"/>
              </a:rPr>
              <a:t>整改建议</a:t>
            </a:r>
            <a:endParaRPr lang="en-US" altLang="zh-CN" sz="2400" dirty="0">
              <a:solidFill>
                <a:schemeClr val="bg1"/>
              </a:solidFill>
              <a:cs typeface="+mn-ea"/>
              <a:sym typeface="+mn-lt"/>
            </a:endParaRPr>
          </a:p>
          <a:p>
            <a:endParaRPr lang="en-US" altLang="zh-CN" sz="2400" dirty="0">
              <a:solidFill>
                <a:schemeClr val="bg1"/>
              </a:solidFill>
              <a:cs typeface="+mn-ea"/>
              <a:sym typeface="+mn-lt"/>
            </a:endParaRPr>
          </a:p>
          <a:p>
            <a:r>
              <a:rPr lang="zh-CN" altLang="en-US" sz="2400" dirty="0">
                <a:solidFill>
                  <a:schemeClr val="bg1"/>
                </a:solidFill>
                <a:cs typeface="+mn-ea"/>
                <a:sym typeface="+mn-lt"/>
              </a:rPr>
              <a:t>耦合风险  </a:t>
            </a:r>
            <a:r>
              <a:rPr lang="en-US" altLang="zh-CN" sz="2400" dirty="0">
                <a:solidFill>
                  <a:schemeClr val="bg1"/>
                </a:solidFill>
                <a:cs typeface="+mn-ea"/>
                <a:sym typeface="+mn-lt"/>
              </a:rPr>
              <a:t>- </a:t>
            </a:r>
            <a:r>
              <a:rPr lang="zh-CN" altLang="en-US" sz="2400" dirty="0">
                <a:solidFill>
                  <a:schemeClr val="bg1"/>
                </a:solidFill>
                <a:cs typeface="+mn-ea"/>
                <a:sym typeface="+mn-lt"/>
              </a:rPr>
              <a:t>   </a:t>
            </a:r>
            <a:r>
              <a:rPr lang="en-US" altLang="zh-CN" sz="2400" dirty="0">
                <a:solidFill>
                  <a:schemeClr val="bg1"/>
                </a:solidFill>
                <a:cs typeface="+mn-ea"/>
                <a:sym typeface="+mn-lt"/>
              </a:rPr>
              <a:t>&gt; Go </a:t>
            </a:r>
            <a:r>
              <a:rPr lang="zh-CN" altLang="en-US" sz="2400" dirty="0">
                <a:solidFill>
                  <a:schemeClr val="bg1"/>
                </a:solidFill>
                <a:cs typeface="+mn-ea"/>
                <a:sym typeface="+mn-lt"/>
              </a:rPr>
              <a:t>调度  </a:t>
            </a:r>
            <a:r>
              <a:rPr lang="en-US" altLang="zh-CN" sz="2400" dirty="0">
                <a:solidFill>
                  <a:schemeClr val="bg1"/>
                </a:solidFill>
                <a:cs typeface="+mn-ea"/>
                <a:sym typeface="+mn-lt"/>
              </a:rPr>
              <a:t>+   Python </a:t>
            </a:r>
            <a:r>
              <a:rPr lang="zh-CN" altLang="en-US" sz="2400" dirty="0">
                <a:solidFill>
                  <a:schemeClr val="bg1"/>
                </a:solidFill>
                <a:cs typeface="+mn-ea"/>
                <a:sym typeface="+mn-lt"/>
              </a:rPr>
              <a:t>服务解耦</a:t>
            </a:r>
            <a:endParaRPr lang="en-US" altLang="zh-CN" sz="2400" dirty="0">
              <a:solidFill>
                <a:schemeClr val="bg1"/>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1+#ppt_w/2"/>
                                          </p:val>
                                        </p:tav>
                                        <p:tav tm="100000">
                                          <p:val>
                                            <p:strVal val="#ppt_x"/>
                                          </p:val>
                                        </p:tav>
                                      </p:tavLst>
                                    </p:anim>
                                    <p:anim calcmode="lin" valueType="num">
                                      <p:cBhvr additive="base">
                                        <p:cTn id="8" dur="500" fill="hold"/>
                                        <p:tgtEl>
                                          <p:spTgt spid="29"/>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anim calcmode="lin" valueType="num">
                                      <p:cBhvr additive="base">
                                        <p:cTn id="11" dur="500" fill="hold"/>
                                        <p:tgtEl>
                                          <p:spTgt spid="27"/>
                                        </p:tgtEl>
                                        <p:attrNameLst>
                                          <p:attrName>ppt_x</p:attrName>
                                        </p:attrNameLst>
                                      </p:cBhvr>
                                      <p:tavLst>
                                        <p:tav tm="0">
                                          <p:val>
                                            <p:strVal val="1+#ppt_w/2"/>
                                          </p:val>
                                        </p:tav>
                                        <p:tav tm="100000">
                                          <p:val>
                                            <p:strVal val="#ppt_x"/>
                                          </p:val>
                                        </p:tav>
                                      </p:tavLst>
                                    </p:anim>
                                    <p:anim calcmode="lin" valueType="num">
                                      <p:cBhvr additive="base">
                                        <p:cTn id="12" dur="500" fill="hold"/>
                                        <p:tgtEl>
                                          <p:spTgt spid="2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anim calcmode="lin" valueType="num">
                                      <p:cBhvr additive="base">
                                        <p:cTn id="15" dur="500" fill="hold"/>
                                        <p:tgtEl>
                                          <p:spTgt spid="30"/>
                                        </p:tgtEl>
                                        <p:attrNameLst>
                                          <p:attrName>ppt_x</p:attrName>
                                        </p:attrNameLst>
                                      </p:cBhvr>
                                      <p:tavLst>
                                        <p:tav tm="0">
                                          <p:val>
                                            <p:strVal val="0-#ppt_w/2"/>
                                          </p:val>
                                        </p:tav>
                                        <p:tav tm="100000">
                                          <p:val>
                                            <p:strVal val="#ppt_x"/>
                                          </p:val>
                                        </p:tav>
                                      </p:tavLst>
                                    </p:anim>
                                    <p:anim calcmode="lin" valueType="num">
                                      <p:cBhvr additive="base">
                                        <p:cTn id="16" dur="500" fill="hold"/>
                                        <p:tgtEl>
                                          <p:spTgt spid="30"/>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fill="hold"/>
                                        <p:tgtEl>
                                          <p:spTgt spid="28"/>
                                        </p:tgtEl>
                                        <p:attrNameLst>
                                          <p:attrName>ppt_x</p:attrName>
                                        </p:attrNameLst>
                                      </p:cBhvr>
                                      <p:tavLst>
                                        <p:tav tm="0">
                                          <p:val>
                                            <p:strVal val="0-#ppt_w/2"/>
                                          </p:val>
                                        </p:tav>
                                        <p:tav tm="100000">
                                          <p:val>
                                            <p:strVal val="#ppt_x"/>
                                          </p:val>
                                        </p:tav>
                                      </p:tavLst>
                                    </p:anim>
                                    <p:anim calcmode="lin" valueType="num">
                                      <p:cBhvr additive="base">
                                        <p:cTn id="20" dur="500" fill="hold"/>
                                        <p:tgtEl>
                                          <p:spTgt spid="28"/>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2" presetClass="entr" presetSubtype="8" fill="hold" grpId="0" nodeType="afterEffect">
                                  <p:stCondLst>
                                    <p:cond delay="0"/>
                                  </p:stCondLst>
                                  <p:childTnLst>
                                    <p:set>
                                      <p:cBhvr>
                                        <p:cTn id="23" dur="1" fill="hold">
                                          <p:stCondLst>
                                            <p:cond delay="0"/>
                                          </p:stCondLst>
                                        </p:cTn>
                                        <p:tgtEl>
                                          <p:spTgt spid="31"/>
                                        </p:tgtEl>
                                        <p:attrNameLst>
                                          <p:attrName>style.visibility</p:attrName>
                                        </p:attrNameLst>
                                      </p:cBhvr>
                                      <p:to>
                                        <p:strVal val="visible"/>
                                      </p:to>
                                    </p:set>
                                    <p:anim calcmode="lin" valueType="num">
                                      <p:cBhvr additive="base">
                                        <p:cTn id="24" dur="500" fill="hold"/>
                                        <p:tgtEl>
                                          <p:spTgt spid="31"/>
                                        </p:tgtEl>
                                        <p:attrNameLst>
                                          <p:attrName>ppt_x</p:attrName>
                                        </p:attrNameLst>
                                      </p:cBhvr>
                                      <p:tavLst>
                                        <p:tav tm="0">
                                          <p:val>
                                            <p:strVal val="0-#ppt_w/2"/>
                                          </p:val>
                                        </p:tav>
                                        <p:tav tm="100000">
                                          <p:val>
                                            <p:strVal val="#ppt_x"/>
                                          </p:val>
                                        </p:tav>
                                      </p:tavLst>
                                    </p:anim>
                                    <p:anim calcmode="lin" valueType="num">
                                      <p:cBhvr additive="base">
                                        <p:cTn id="25" dur="500" fill="hold"/>
                                        <p:tgtEl>
                                          <p:spTgt spid="31"/>
                                        </p:tgtEl>
                                        <p:attrNameLst>
                                          <p:attrName>ppt_y</p:attrName>
                                        </p:attrNameLst>
                                      </p:cBhvr>
                                      <p:tavLst>
                                        <p:tav tm="0">
                                          <p:val>
                                            <p:strVal val="#ppt_y"/>
                                          </p:val>
                                        </p:tav>
                                        <p:tav tm="100000">
                                          <p:val>
                                            <p:strVal val="#ppt_y"/>
                                          </p:val>
                                        </p:tav>
                                      </p:tavLst>
                                    </p:anim>
                                  </p:childTnLst>
                                </p:cTn>
                              </p:par>
                              <p:par>
                                <p:cTn id="26" presetID="2" presetClass="entr" presetSubtype="8"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anim calcmode="lin" valueType="num">
                                      <p:cBhvr additive="base">
                                        <p:cTn id="28" dur="500" fill="hold"/>
                                        <p:tgtEl>
                                          <p:spTgt spid="34"/>
                                        </p:tgtEl>
                                        <p:attrNameLst>
                                          <p:attrName>ppt_x</p:attrName>
                                        </p:attrNameLst>
                                      </p:cBhvr>
                                      <p:tavLst>
                                        <p:tav tm="0">
                                          <p:val>
                                            <p:strVal val="0-#ppt_w/2"/>
                                          </p:val>
                                        </p:tav>
                                        <p:tav tm="100000">
                                          <p:val>
                                            <p:strVal val="#ppt_x"/>
                                          </p:val>
                                        </p:tav>
                                      </p:tavLst>
                                    </p:anim>
                                    <p:anim calcmode="lin" valueType="num">
                                      <p:cBhvr additive="base">
                                        <p:cTn id="29" dur="500" fill="hold"/>
                                        <p:tgtEl>
                                          <p:spTgt spid="34"/>
                                        </p:tgtEl>
                                        <p:attrNameLst>
                                          <p:attrName>ppt_y</p:attrName>
                                        </p:attrNameLst>
                                      </p:cBhvr>
                                      <p:tavLst>
                                        <p:tav tm="0">
                                          <p:val>
                                            <p:strVal val="#ppt_y"/>
                                          </p:val>
                                        </p:tav>
                                        <p:tav tm="100000">
                                          <p:val>
                                            <p:strVal val="#ppt_y"/>
                                          </p:val>
                                        </p:tav>
                                      </p:tavLst>
                                    </p:anim>
                                  </p:childTnLst>
                                </p:cTn>
                              </p:par>
                              <p:par>
                                <p:cTn id="30" presetID="2" presetClass="entr" presetSubtype="2" fill="hold" grpId="0" nodeType="withEffect">
                                  <p:stCondLst>
                                    <p:cond delay="0"/>
                                  </p:stCondLst>
                                  <p:childTnLst>
                                    <p:set>
                                      <p:cBhvr>
                                        <p:cTn id="31" dur="1" fill="hold">
                                          <p:stCondLst>
                                            <p:cond delay="0"/>
                                          </p:stCondLst>
                                        </p:cTn>
                                        <p:tgtEl>
                                          <p:spTgt spid="33"/>
                                        </p:tgtEl>
                                        <p:attrNameLst>
                                          <p:attrName>style.visibility</p:attrName>
                                        </p:attrNameLst>
                                      </p:cBhvr>
                                      <p:to>
                                        <p:strVal val="visible"/>
                                      </p:to>
                                    </p:set>
                                    <p:anim calcmode="lin" valueType="num">
                                      <p:cBhvr additive="base">
                                        <p:cTn id="32" dur="500" fill="hold"/>
                                        <p:tgtEl>
                                          <p:spTgt spid="33"/>
                                        </p:tgtEl>
                                        <p:attrNameLst>
                                          <p:attrName>ppt_x</p:attrName>
                                        </p:attrNameLst>
                                      </p:cBhvr>
                                      <p:tavLst>
                                        <p:tav tm="0">
                                          <p:val>
                                            <p:strVal val="1+#ppt_w/2"/>
                                          </p:val>
                                        </p:tav>
                                        <p:tav tm="100000">
                                          <p:val>
                                            <p:strVal val="#ppt_x"/>
                                          </p:val>
                                        </p:tav>
                                      </p:tavLst>
                                    </p:anim>
                                    <p:anim calcmode="lin" valueType="num">
                                      <p:cBhvr additive="base">
                                        <p:cTn id="33" dur="500" fill="hold"/>
                                        <p:tgtEl>
                                          <p:spTgt spid="33"/>
                                        </p:tgtEl>
                                        <p:attrNameLst>
                                          <p:attrName>ppt_y</p:attrName>
                                        </p:attrNameLst>
                                      </p:cBhvr>
                                      <p:tavLst>
                                        <p:tav tm="0">
                                          <p:val>
                                            <p:strVal val="#ppt_y"/>
                                          </p:val>
                                        </p:tav>
                                        <p:tav tm="100000">
                                          <p:val>
                                            <p:strVal val="#ppt_y"/>
                                          </p:val>
                                        </p:tav>
                                      </p:tavLst>
                                    </p:anim>
                                  </p:childTnLst>
                                </p:cTn>
                              </p:par>
                              <p:par>
                                <p:cTn id="34" presetID="2" presetClass="entr" presetSubtype="2" fill="hold" grpId="0" nodeType="withEffect">
                                  <p:stCondLst>
                                    <p:cond delay="0"/>
                                  </p:stCondLst>
                                  <p:childTnLst>
                                    <p:set>
                                      <p:cBhvr>
                                        <p:cTn id="35" dur="1" fill="hold">
                                          <p:stCondLst>
                                            <p:cond delay="0"/>
                                          </p:stCondLst>
                                        </p:cTn>
                                        <p:tgtEl>
                                          <p:spTgt spid="32"/>
                                        </p:tgtEl>
                                        <p:attrNameLst>
                                          <p:attrName>style.visibility</p:attrName>
                                        </p:attrNameLst>
                                      </p:cBhvr>
                                      <p:to>
                                        <p:strVal val="visible"/>
                                      </p:to>
                                    </p:set>
                                    <p:anim calcmode="lin" valueType="num">
                                      <p:cBhvr additive="base">
                                        <p:cTn id="36" dur="500" fill="hold"/>
                                        <p:tgtEl>
                                          <p:spTgt spid="32"/>
                                        </p:tgtEl>
                                        <p:attrNameLst>
                                          <p:attrName>ppt_x</p:attrName>
                                        </p:attrNameLst>
                                      </p:cBhvr>
                                      <p:tavLst>
                                        <p:tav tm="0">
                                          <p:val>
                                            <p:strVal val="1+#ppt_w/2"/>
                                          </p:val>
                                        </p:tav>
                                        <p:tav tm="100000">
                                          <p:val>
                                            <p:strVal val="#ppt_x"/>
                                          </p:val>
                                        </p:tav>
                                      </p:tavLst>
                                    </p:anim>
                                    <p:anim calcmode="lin" valueType="num">
                                      <p:cBhvr additive="base">
                                        <p:cTn id="37" dur="500" fill="hold"/>
                                        <p:tgtEl>
                                          <p:spTgt spid="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p:bldP spid="30" grpId="0"/>
      <p:bldP spid="31" grpId="0" animBg="1"/>
      <p:bldP spid="32" grpId="0" animBg="1"/>
      <p:bldP spid="33" grpId="0"/>
      <p:bldP spid="3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cs typeface="+mn-ea"/>
                <a:sym typeface="+mn-lt"/>
              </a:rPr>
              <a:t>后续计划时间线：</a:t>
            </a:r>
          </a:p>
        </p:txBody>
      </p:sp>
      <p:sp>
        <p:nvSpPr>
          <p:cNvPr id="14" name="文本框 13">
            <a:extLst>
              <a:ext uri="{FF2B5EF4-FFF2-40B4-BE49-F238E27FC236}">
                <a16:creationId xmlns:a16="http://schemas.microsoft.com/office/drawing/2014/main" id="{5CEA95BD-B2E1-D3F1-9C02-5DE271FD27F9}"/>
              </a:ext>
            </a:extLst>
          </p:cNvPr>
          <p:cNvSpPr txBox="1"/>
          <p:nvPr/>
        </p:nvSpPr>
        <p:spPr>
          <a:xfrm>
            <a:off x="1475873" y="1315453"/>
            <a:ext cx="10218821" cy="4678204"/>
          </a:xfrm>
          <a:prstGeom prst="rect">
            <a:avLst/>
          </a:prstGeom>
          <a:noFill/>
        </p:spPr>
        <p:txBody>
          <a:bodyPr wrap="square" rtlCol="0">
            <a:spAutoFit/>
          </a:bodyPr>
          <a:lstStyle/>
          <a:p>
            <a:r>
              <a:rPr lang="en-US" altLang="zh-CN" sz="2800" dirty="0">
                <a:solidFill>
                  <a:schemeClr val="bg1">
                    <a:lumMod val="95000"/>
                  </a:schemeClr>
                </a:solidFill>
              </a:rPr>
              <a:t>2026.5–6</a:t>
            </a:r>
            <a:r>
              <a:rPr lang="zh-CN" altLang="en-US" sz="2800" dirty="0">
                <a:solidFill>
                  <a:schemeClr val="bg1">
                    <a:lumMod val="95000"/>
                  </a:schemeClr>
                </a:solidFill>
              </a:rPr>
              <a:t>：完善调研</a:t>
            </a:r>
            <a:r>
              <a:rPr lang="en-US" altLang="zh-CN" sz="2800" dirty="0">
                <a:solidFill>
                  <a:schemeClr val="bg1">
                    <a:lumMod val="95000"/>
                  </a:schemeClr>
                </a:solidFill>
              </a:rPr>
              <a:t>+</a:t>
            </a:r>
            <a:r>
              <a:rPr lang="zh-CN" altLang="en-US" sz="2800" dirty="0">
                <a:solidFill>
                  <a:schemeClr val="bg1">
                    <a:lumMod val="95000"/>
                  </a:schemeClr>
                </a:solidFill>
              </a:rPr>
              <a:t>示例数据</a:t>
            </a:r>
            <a:r>
              <a:rPr lang="en-US" altLang="zh-CN" sz="2800" dirty="0">
                <a:solidFill>
                  <a:schemeClr val="bg1">
                    <a:lumMod val="95000"/>
                  </a:schemeClr>
                </a:solidFill>
              </a:rPr>
              <a:t>+</a:t>
            </a:r>
            <a:r>
              <a:rPr lang="zh-CN" altLang="en-US" sz="2800" dirty="0">
                <a:solidFill>
                  <a:schemeClr val="bg1">
                    <a:lumMod val="95000"/>
                  </a:schemeClr>
                </a:solidFill>
              </a:rPr>
              <a:t>联调脚本</a:t>
            </a:r>
            <a:endParaRPr lang="en-US" altLang="zh-CN" sz="2800" dirty="0">
              <a:solidFill>
                <a:schemeClr val="bg1">
                  <a:lumMod val="95000"/>
                </a:schemeClr>
              </a:solidFill>
            </a:endParaRPr>
          </a:p>
          <a:p>
            <a:endParaRPr lang="en-US" altLang="zh-CN" sz="2800" dirty="0">
              <a:solidFill>
                <a:schemeClr val="bg1">
                  <a:lumMod val="95000"/>
                </a:schemeClr>
              </a:solidFill>
            </a:endParaRPr>
          </a:p>
          <a:p>
            <a:endParaRPr lang="zh-CN" altLang="en-US" sz="2800" dirty="0">
              <a:solidFill>
                <a:schemeClr val="bg1">
                  <a:lumMod val="95000"/>
                </a:schemeClr>
              </a:solidFill>
            </a:endParaRPr>
          </a:p>
          <a:p>
            <a:r>
              <a:rPr lang="en-US" altLang="zh-CN" sz="2800" dirty="0">
                <a:solidFill>
                  <a:schemeClr val="bg1">
                    <a:lumMod val="95000"/>
                  </a:schemeClr>
                </a:solidFill>
              </a:rPr>
              <a:t>2026.6–8</a:t>
            </a:r>
            <a:r>
              <a:rPr lang="zh-CN" altLang="en-US" sz="2800" dirty="0">
                <a:solidFill>
                  <a:schemeClr val="bg1">
                    <a:lumMod val="95000"/>
                  </a:schemeClr>
                </a:solidFill>
              </a:rPr>
              <a:t>：规则</a:t>
            </a:r>
            <a:r>
              <a:rPr lang="en-US" altLang="zh-CN" sz="2800" dirty="0">
                <a:solidFill>
                  <a:schemeClr val="bg1">
                    <a:lumMod val="95000"/>
                  </a:schemeClr>
                </a:solidFill>
              </a:rPr>
              <a:t>/</a:t>
            </a:r>
            <a:r>
              <a:rPr lang="zh-CN" altLang="en-US" sz="2800" dirty="0">
                <a:solidFill>
                  <a:schemeClr val="bg1">
                    <a:lumMod val="95000"/>
                  </a:schemeClr>
                </a:solidFill>
              </a:rPr>
              <a:t>分布统计</a:t>
            </a:r>
            <a:r>
              <a:rPr lang="en-US" altLang="zh-CN" sz="2800" dirty="0">
                <a:solidFill>
                  <a:schemeClr val="bg1">
                    <a:lumMod val="95000"/>
                  </a:schemeClr>
                </a:solidFill>
              </a:rPr>
              <a:t>/</a:t>
            </a:r>
            <a:r>
              <a:rPr lang="zh-CN" altLang="en-US" sz="2800" dirty="0">
                <a:solidFill>
                  <a:schemeClr val="bg1">
                    <a:lumMod val="95000"/>
                  </a:schemeClr>
                </a:solidFill>
              </a:rPr>
              <a:t>标签错误</a:t>
            </a:r>
            <a:r>
              <a:rPr lang="en-US" altLang="zh-CN" sz="2800" dirty="0">
                <a:solidFill>
                  <a:schemeClr val="bg1">
                    <a:lumMod val="95000"/>
                  </a:schemeClr>
                </a:solidFill>
              </a:rPr>
              <a:t>/</a:t>
            </a:r>
            <a:r>
              <a:rPr lang="zh-CN" altLang="en-US" sz="2800" dirty="0">
                <a:solidFill>
                  <a:schemeClr val="bg1">
                    <a:lumMod val="95000"/>
                  </a:schemeClr>
                </a:solidFill>
              </a:rPr>
              <a:t>基础图像质量接入</a:t>
            </a:r>
            <a:endParaRPr lang="en-US" altLang="zh-CN" sz="2800" dirty="0">
              <a:solidFill>
                <a:schemeClr val="bg1">
                  <a:lumMod val="95000"/>
                </a:schemeClr>
              </a:solidFill>
            </a:endParaRPr>
          </a:p>
          <a:p>
            <a:endParaRPr lang="en-US" altLang="zh-CN" sz="2800" dirty="0">
              <a:solidFill>
                <a:schemeClr val="bg1">
                  <a:lumMod val="95000"/>
                </a:schemeClr>
              </a:solidFill>
            </a:endParaRPr>
          </a:p>
          <a:p>
            <a:endParaRPr lang="zh-CN" altLang="en-US" sz="2800" dirty="0">
              <a:solidFill>
                <a:schemeClr val="bg1">
                  <a:lumMod val="95000"/>
                </a:schemeClr>
              </a:solidFill>
            </a:endParaRPr>
          </a:p>
          <a:p>
            <a:r>
              <a:rPr lang="en-US" altLang="zh-CN" sz="2800" dirty="0">
                <a:solidFill>
                  <a:schemeClr val="bg1">
                    <a:lumMod val="95000"/>
                  </a:schemeClr>
                </a:solidFill>
              </a:rPr>
              <a:t>2026.9–11</a:t>
            </a:r>
            <a:r>
              <a:rPr lang="zh-CN" altLang="en-US" sz="2800" dirty="0">
                <a:solidFill>
                  <a:schemeClr val="bg1">
                    <a:lumMod val="95000"/>
                  </a:schemeClr>
                </a:solidFill>
              </a:rPr>
              <a:t>：图文一致性</a:t>
            </a:r>
            <a:r>
              <a:rPr lang="en-US" altLang="zh-CN" sz="2800" dirty="0">
                <a:solidFill>
                  <a:schemeClr val="bg1">
                    <a:lumMod val="95000"/>
                  </a:schemeClr>
                </a:solidFill>
              </a:rPr>
              <a:t>/</a:t>
            </a:r>
            <a:r>
              <a:rPr lang="zh-CN" altLang="en-US" sz="2800" dirty="0">
                <a:solidFill>
                  <a:schemeClr val="bg1">
                    <a:lumMod val="95000"/>
                  </a:schemeClr>
                </a:solidFill>
              </a:rPr>
              <a:t>对抗</a:t>
            </a:r>
            <a:r>
              <a:rPr lang="en-US" altLang="zh-CN" sz="2800" dirty="0">
                <a:solidFill>
                  <a:schemeClr val="bg1">
                    <a:lumMod val="95000"/>
                  </a:schemeClr>
                </a:solidFill>
              </a:rPr>
              <a:t>/</a:t>
            </a:r>
            <a:r>
              <a:rPr lang="zh-CN" altLang="en-US" sz="2800" dirty="0">
                <a:solidFill>
                  <a:schemeClr val="bg1">
                    <a:lumMod val="95000"/>
                  </a:schemeClr>
                </a:solidFill>
              </a:rPr>
              <a:t>物理一致性完善与可视化</a:t>
            </a:r>
            <a:endParaRPr lang="en-US" altLang="zh-CN" sz="2800" dirty="0">
              <a:solidFill>
                <a:schemeClr val="bg1">
                  <a:lumMod val="95000"/>
                </a:schemeClr>
              </a:solidFill>
            </a:endParaRPr>
          </a:p>
          <a:p>
            <a:endParaRPr lang="en-US" altLang="zh-CN" sz="2800" dirty="0">
              <a:solidFill>
                <a:schemeClr val="bg1">
                  <a:lumMod val="95000"/>
                </a:schemeClr>
              </a:solidFill>
            </a:endParaRPr>
          </a:p>
          <a:p>
            <a:endParaRPr lang="zh-CN" altLang="en-US" sz="2800" dirty="0">
              <a:solidFill>
                <a:schemeClr val="bg1">
                  <a:lumMod val="95000"/>
                </a:schemeClr>
              </a:solidFill>
            </a:endParaRPr>
          </a:p>
          <a:p>
            <a:r>
              <a:rPr lang="en-US" altLang="zh-CN" sz="2800" dirty="0">
                <a:solidFill>
                  <a:schemeClr val="bg1">
                    <a:lumMod val="95000"/>
                  </a:schemeClr>
                </a:solidFill>
              </a:rPr>
              <a:t>2026.12–2027.4</a:t>
            </a:r>
            <a:r>
              <a:rPr lang="zh-CN" altLang="en-US" sz="2800" dirty="0">
                <a:solidFill>
                  <a:schemeClr val="bg1">
                    <a:lumMod val="95000"/>
                  </a:schemeClr>
                </a:solidFill>
              </a:rPr>
              <a:t>：系统测试</a:t>
            </a:r>
            <a:r>
              <a:rPr lang="en-US" altLang="zh-CN" sz="2800" dirty="0">
                <a:solidFill>
                  <a:schemeClr val="bg1">
                    <a:lumMod val="95000"/>
                  </a:schemeClr>
                </a:solidFill>
              </a:rPr>
              <a:t>+</a:t>
            </a:r>
            <a:r>
              <a:rPr lang="zh-CN" altLang="en-US" sz="2800" dirty="0">
                <a:solidFill>
                  <a:schemeClr val="bg1">
                    <a:lumMod val="95000"/>
                  </a:schemeClr>
                </a:solidFill>
              </a:rPr>
              <a:t>案例分析</a:t>
            </a:r>
            <a:r>
              <a:rPr lang="en-US" altLang="zh-CN" sz="2800" dirty="0">
                <a:solidFill>
                  <a:schemeClr val="bg1">
                    <a:lumMod val="95000"/>
                  </a:schemeClr>
                </a:solidFill>
              </a:rPr>
              <a:t>+</a:t>
            </a:r>
            <a:r>
              <a:rPr lang="zh-CN" altLang="en-US" sz="2800" dirty="0">
                <a:solidFill>
                  <a:schemeClr val="bg1">
                    <a:lumMod val="95000"/>
                  </a:schemeClr>
                </a:solidFill>
              </a:rPr>
              <a:t>结题材料</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0" y="2929059"/>
            <a:ext cx="12192000" cy="2865974"/>
          </a:xfrm>
          <a:prstGeom prst="rect">
            <a:avLst/>
          </a:prstGeom>
          <a:solidFill>
            <a:srgbClr val="5B9BD5">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6" name="TextBox 40"/>
          <p:cNvSpPr txBox="1"/>
          <p:nvPr/>
        </p:nvSpPr>
        <p:spPr>
          <a:xfrm>
            <a:off x="3227941" y="3577389"/>
            <a:ext cx="5736118" cy="1077218"/>
          </a:xfrm>
          <a:prstGeom prst="rect">
            <a:avLst/>
          </a:prstGeom>
          <a:noFill/>
        </p:spPr>
        <p:txBody>
          <a:bodyPr wrap="square" rtlCol="0">
            <a:spAutoFit/>
          </a:bodyPr>
          <a:lstStyle/>
          <a:p>
            <a:pPr algn="ctr"/>
            <a:r>
              <a:rPr lang="zh-CN" altLang="en-US" sz="6400" dirty="0">
                <a:solidFill>
                  <a:schemeClr val="bg1"/>
                </a:solidFill>
                <a:cs typeface="+mn-ea"/>
                <a:sym typeface="+mn-lt"/>
              </a:rPr>
              <a:t>谢谢观看</a:t>
            </a:r>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27464" y="1603902"/>
            <a:ext cx="4562632" cy="89205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500"/>
                                  </p:stCondLst>
                                  <p:iterate type="lt">
                                    <p:tmPct val="10000"/>
                                  </p:iterate>
                                  <p:childTnLst>
                                    <p:set>
                                      <p:cBhvr>
                                        <p:cTn id="6" dur="1" fill="hold">
                                          <p:stCondLst>
                                            <p:cond delay="0"/>
                                          </p:stCondLst>
                                        </p:cTn>
                                        <p:tgtEl>
                                          <p:spTgt spid="26"/>
                                        </p:tgtEl>
                                        <p:attrNameLst>
                                          <p:attrName>style.visibility</p:attrName>
                                        </p:attrNameLst>
                                      </p:cBhvr>
                                      <p:to>
                                        <p:strVal val="visible"/>
                                      </p:to>
                                    </p:set>
                                    <p:animEffect transition="in" filter="wipe(down)">
                                      <p:cBhvr>
                                        <p:cTn id="7"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p">
      <a:majorFont>
        <a:latin typeface="Impact"/>
        <a:ea typeface="微软雅黑"/>
        <a:cs typeface=""/>
      </a:majorFont>
      <a:minorFont>
        <a:latin typeface="Impact"/>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TotalTime>
  <Words>811</Words>
  <Application>Microsoft Office PowerPoint</Application>
  <PresentationFormat>宽屏</PresentationFormat>
  <Paragraphs>141</Paragraphs>
  <Slides>17</Slides>
  <Notes>17</Notes>
  <HiddenSlides>0</HiddenSlides>
  <MMClips>1</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17</vt:i4>
      </vt:variant>
    </vt:vector>
  </HeadingPairs>
  <TitlesOfParts>
    <vt:vector size="28" baseType="lpstr">
      <vt:lpstr>Roboto Light</vt:lpstr>
      <vt:lpstr>等线</vt:lpstr>
      <vt:lpstr>等线 Light</vt:lpstr>
      <vt:lpstr>微软雅黑</vt:lpstr>
      <vt:lpstr>微软雅黑 Light</vt:lpstr>
      <vt:lpstr>Arial</vt:lpstr>
      <vt:lpstr>Calibri</vt:lpstr>
      <vt:lpstr>Impact</vt:lpstr>
      <vt:lpstr>Wingdings</vt:lpstr>
      <vt:lpstr>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dehong ma</dc:creator>
  <cp:lastModifiedBy>dehong ma</cp:lastModifiedBy>
  <cp:revision>29</cp:revision>
  <dcterms:created xsi:type="dcterms:W3CDTF">2026-05-13T09:21:09Z</dcterms:created>
  <dcterms:modified xsi:type="dcterms:W3CDTF">2026-05-13T10:20:00Z</dcterms:modified>
</cp:coreProperties>
</file>